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7556500" cy="10693400"/>
  <p:notesSz cx="6858000" cy="9144000"/>
  <p:embeddedFontLst>
    <p:embeddedFont>
      <p:font typeface="Calibri (MS)" panose="020B0604020202020204" charset="0"/>
      <p:regular r:id="rId12"/>
    </p:embeddedFont>
    <p:embeddedFont>
      <p:font typeface="Times New Roman Bold Italics"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A0503-2EC1-4C92-9A5D-A2E6D50D3D9F}" v="20" dt="2026-04-11T16:18:50.5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18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mita sen" userId="05035164cc49b310" providerId="LiveId" clId="{6BE13B7B-E3F8-462D-9041-7B2294FD2E90}"/>
    <pc:docChg chg="undo custSel modSld">
      <pc:chgData name="sushmita sen" userId="05035164cc49b310" providerId="LiveId" clId="{6BE13B7B-E3F8-462D-9041-7B2294FD2E90}" dt="2026-04-11T16:23:04.713" v="460" actId="114"/>
      <pc:docMkLst>
        <pc:docMk/>
      </pc:docMkLst>
      <pc:sldChg chg="addSp delSp modSp mod">
        <pc:chgData name="sushmita sen" userId="05035164cc49b310" providerId="LiveId" clId="{6BE13B7B-E3F8-462D-9041-7B2294FD2E90}" dt="2026-04-11T16:07:01.375" v="410" actId="20577"/>
        <pc:sldMkLst>
          <pc:docMk/>
          <pc:sldMk cId="0" sldId="256"/>
        </pc:sldMkLst>
        <pc:spChg chg="mod">
          <ac:chgData name="sushmita sen" userId="05035164cc49b310" providerId="LiveId" clId="{6BE13B7B-E3F8-462D-9041-7B2294FD2E90}" dt="2026-04-11T07:43:02.428" v="2" actId="114"/>
          <ac:spMkLst>
            <pc:docMk/>
            <pc:sldMk cId="0" sldId="256"/>
            <ac:spMk id="5" creationId="{00000000-0000-0000-0000-000000000000}"/>
          </ac:spMkLst>
        </pc:spChg>
        <pc:spChg chg="mod">
          <ac:chgData name="sushmita sen" userId="05035164cc49b310" providerId="LiveId" clId="{6BE13B7B-E3F8-462D-9041-7B2294FD2E90}" dt="2026-04-11T07:43:02.428" v="2" actId="114"/>
          <ac:spMkLst>
            <pc:docMk/>
            <pc:sldMk cId="0" sldId="256"/>
            <ac:spMk id="6" creationId="{00000000-0000-0000-0000-000000000000}"/>
          </ac:spMkLst>
        </pc:spChg>
        <pc:spChg chg="mod">
          <ac:chgData name="sushmita sen" userId="05035164cc49b310" providerId="LiveId" clId="{6BE13B7B-E3F8-462D-9041-7B2294FD2E90}" dt="2026-04-11T07:43:02.428" v="2" actId="114"/>
          <ac:spMkLst>
            <pc:docMk/>
            <pc:sldMk cId="0" sldId="256"/>
            <ac:spMk id="7" creationId="{00000000-0000-0000-0000-000000000000}"/>
          </ac:spMkLst>
        </pc:spChg>
        <pc:spChg chg="mod">
          <ac:chgData name="sushmita sen" userId="05035164cc49b310" providerId="LiveId" clId="{6BE13B7B-E3F8-462D-9041-7B2294FD2E90}" dt="2026-04-11T07:42:46.989" v="0" actId="2711"/>
          <ac:spMkLst>
            <pc:docMk/>
            <pc:sldMk cId="0" sldId="256"/>
            <ac:spMk id="8" creationId="{00000000-0000-0000-0000-000000000000}"/>
          </ac:spMkLst>
        </pc:spChg>
        <pc:spChg chg="mod">
          <ac:chgData name="sushmita sen" userId="05035164cc49b310" providerId="LiveId" clId="{6BE13B7B-E3F8-462D-9041-7B2294FD2E90}" dt="2026-04-11T07:54:29.663" v="58" actId="1076"/>
          <ac:spMkLst>
            <pc:docMk/>
            <pc:sldMk cId="0" sldId="256"/>
            <ac:spMk id="9" creationId="{00000000-0000-0000-0000-000000000000}"/>
          </ac:spMkLst>
        </pc:spChg>
        <pc:spChg chg="mod">
          <ac:chgData name="sushmita sen" userId="05035164cc49b310" providerId="LiveId" clId="{6BE13B7B-E3F8-462D-9041-7B2294FD2E90}" dt="2026-04-11T07:54:36.249" v="59" actId="1076"/>
          <ac:spMkLst>
            <pc:docMk/>
            <pc:sldMk cId="0" sldId="256"/>
            <ac:spMk id="10" creationId="{00000000-0000-0000-0000-000000000000}"/>
          </ac:spMkLst>
        </pc:spChg>
        <pc:spChg chg="mod">
          <ac:chgData name="sushmita sen" userId="05035164cc49b310" providerId="LiveId" clId="{6BE13B7B-E3F8-462D-9041-7B2294FD2E90}" dt="2026-04-11T16:07:01.375" v="410" actId="20577"/>
          <ac:spMkLst>
            <pc:docMk/>
            <pc:sldMk cId="0" sldId="256"/>
            <ac:spMk id="11" creationId="{00000000-0000-0000-0000-000000000000}"/>
          </ac:spMkLst>
        </pc:spChg>
        <pc:spChg chg="add del mod">
          <ac:chgData name="sushmita sen" userId="05035164cc49b310" providerId="LiveId" clId="{6BE13B7B-E3F8-462D-9041-7B2294FD2E90}" dt="2026-04-11T07:46:19.187" v="21"/>
          <ac:spMkLst>
            <pc:docMk/>
            <pc:sldMk cId="0" sldId="256"/>
            <ac:spMk id="12" creationId="{00000000-0000-0000-0000-000000000000}"/>
          </ac:spMkLst>
        </pc:spChg>
        <pc:spChg chg="del mod">
          <ac:chgData name="sushmita sen" userId="05035164cc49b310" providerId="LiveId" clId="{6BE13B7B-E3F8-462D-9041-7B2294FD2E90}" dt="2026-04-11T07:47:53.477" v="36" actId="478"/>
          <ac:spMkLst>
            <pc:docMk/>
            <pc:sldMk cId="0" sldId="256"/>
            <ac:spMk id="13" creationId="{00000000-0000-0000-0000-000000000000}"/>
          </ac:spMkLst>
        </pc:spChg>
        <pc:spChg chg="mod">
          <ac:chgData name="sushmita sen" userId="05035164cc49b310" providerId="LiveId" clId="{6BE13B7B-E3F8-462D-9041-7B2294FD2E90}" dt="2026-04-11T07:51:50.453" v="56" actId="1076"/>
          <ac:spMkLst>
            <pc:docMk/>
            <pc:sldMk cId="0" sldId="256"/>
            <ac:spMk id="14" creationId="{00000000-0000-0000-0000-000000000000}"/>
          </ac:spMkLst>
        </pc:spChg>
        <pc:spChg chg="mod">
          <ac:chgData name="sushmita sen" userId="05035164cc49b310" providerId="LiveId" clId="{6BE13B7B-E3F8-462D-9041-7B2294FD2E90}" dt="2026-04-11T07:51:54.885" v="57" actId="1076"/>
          <ac:spMkLst>
            <pc:docMk/>
            <pc:sldMk cId="0" sldId="256"/>
            <ac:spMk id="15" creationId="{00000000-0000-0000-0000-000000000000}"/>
          </ac:spMkLst>
        </pc:spChg>
        <pc:spChg chg="del mod">
          <ac:chgData name="sushmita sen" userId="05035164cc49b310" providerId="LiveId" clId="{6BE13B7B-E3F8-462D-9041-7B2294FD2E90}" dt="2026-04-11T07:47:05.857" v="28"/>
          <ac:spMkLst>
            <pc:docMk/>
            <pc:sldMk cId="0" sldId="256"/>
            <ac:spMk id="16" creationId="{00000000-0000-0000-0000-000000000000}"/>
          </ac:spMkLst>
        </pc:spChg>
        <pc:spChg chg="mod">
          <ac:chgData name="sushmita sen" userId="05035164cc49b310" providerId="LiveId" clId="{6BE13B7B-E3F8-462D-9041-7B2294FD2E90}" dt="2026-04-11T07:43:02.428" v="2" actId="114"/>
          <ac:spMkLst>
            <pc:docMk/>
            <pc:sldMk cId="0" sldId="256"/>
            <ac:spMk id="17" creationId="{00000000-0000-0000-0000-000000000000}"/>
          </ac:spMkLst>
        </pc:spChg>
        <pc:spChg chg="mod">
          <ac:chgData name="sushmita sen" userId="05035164cc49b310" providerId="LiveId" clId="{6BE13B7B-E3F8-462D-9041-7B2294FD2E90}" dt="2026-04-11T07:42:46.989" v="0" actId="2711"/>
          <ac:spMkLst>
            <pc:docMk/>
            <pc:sldMk cId="0" sldId="256"/>
            <ac:spMk id="18" creationId="{00000000-0000-0000-0000-000000000000}"/>
          </ac:spMkLst>
        </pc:spChg>
        <pc:spChg chg="mod">
          <ac:chgData name="sushmita sen" userId="05035164cc49b310" providerId="LiveId" clId="{6BE13B7B-E3F8-462D-9041-7B2294FD2E90}" dt="2026-04-11T07:43:02.428" v="2" actId="114"/>
          <ac:spMkLst>
            <pc:docMk/>
            <pc:sldMk cId="0" sldId="256"/>
            <ac:spMk id="19" creationId="{00000000-0000-0000-0000-000000000000}"/>
          </ac:spMkLst>
        </pc:spChg>
      </pc:sldChg>
      <pc:sldChg chg="addSp delSp modSp mod">
        <pc:chgData name="sushmita sen" userId="05035164cc49b310" providerId="LiveId" clId="{6BE13B7B-E3F8-462D-9041-7B2294FD2E90}" dt="2026-04-11T08:09:14.499" v="223" actId="1076"/>
        <pc:sldMkLst>
          <pc:docMk/>
          <pc:sldMk cId="0" sldId="257"/>
        </pc:sldMkLst>
        <pc:spChg chg="mod">
          <ac:chgData name="sushmita sen" userId="05035164cc49b310" providerId="LiveId" clId="{6BE13B7B-E3F8-462D-9041-7B2294FD2E90}" dt="2026-04-11T07:58:43.052" v="61" actId="114"/>
          <ac:spMkLst>
            <pc:docMk/>
            <pc:sldMk cId="0" sldId="257"/>
            <ac:spMk id="2" creationId="{00000000-0000-0000-0000-000000000000}"/>
          </ac:spMkLst>
        </pc:spChg>
        <pc:spChg chg="mod">
          <ac:chgData name="sushmita sen" userId="05035164cc49b310" providerId="LiveId" clId="{6BE13B7B-E3F8-462D-9041-7B2294FD2E90}" dt="2026-04-11T07:58:43.052" v="61" actId="114"/>
          <ac:spMkLst>
            <pc:docMk/>
            <pc:sldMk cId="0" sldId="257"/>
            <ac:spMk id="4" creationId="{00000000-0000-0000-0000-000000000000}"/>
          </ac:spMkLst>
        </pc:spChg>
        <pc:spChg chg="mod">
          <ac:chgData name="sushmita sen" userId="05035164cc49b310" providerId="LiveId" clId="{6BE13B7B-E3F8-462D-9041-7B2294FD2E90}" dt="2026-04-11T08:09:14.499" v="223" actId="1076"/>
          <ac:spMkLst>
            <pc:docMk/>
            <pc:sldMk cId="0" sldId="257"/>
            <ac:spMk id="5" creationId="{00000000-0000-0000-0000-000000000000}"/>
          </ac:spMkLst>
        </pc:spChg>
        <pc:spChg chg="mod">
          <ac:chgData name="sushmita sen" userId="05035164cc49b310" providerId="LiveId" clId="{6BE13B7B-E3F8-462D-9041-7B2294FD2E90}" dt="2026-04-11T07:58:43.052" v="61" actId="114"/>
          <ac:spMkLst>
            <pc:docMk/>
            <pc:sldMk cId="0" sldId="257"/>
            <ac:spMk id="6" creationId="{00000000-0000-0000-0000-000000000000}"/>
          </ac:spMkLst>
        </pc:spChg>
        <pc:spChg chg="mod">
          <ac:chgData name="sushmita sen" userId="05035164cc49b310" providerId="LiveId" clId="{6BE13B7B-E3F8-462D-9041-7B2294FD2E90}" dt="2026-04-11T08:05:06.414" v="187" actId="1076"/>
          <ac:spMkLst>
            <pc:docMk/>
            <pc:sldMk cId="0" sldId="257"/>
            <ac:spMk id="7" creationId="{00000000-0000-0000-0000-000000000000}"/>
          </ac:spMkLst>
        </pc:spChg>
        <pc:spChg chg="del mod">
          <ac:chgData name="sushmita sen" userId="05035164cc49b310" providerId="LiveId" clId="{6BE13B7B-E3F8-462D-9041-7B2294FD2E90}" dt="2026-04-11T08:04:15.253" v="180"/>
          <ac:spMkLst>
            <pc:docMk/>
            <pc:sldMk cId="0" sldId="257"/>
            <ac:spMk id="8" creationId="{00000000-0000-0000-0000-000000000000}"/>
          </ac:spMkLst>
        </pc:spChg>
        <pc:spChg chg="mod">
          <ac:chgData name="sushmita sen" userId="05035164cc49b310" providerId="LiveId" clId="{6BE13B7B-E3F8-462D-9041-7B2294FD2E90}" dt="2026-04-11T08:05:14.631" v="188" actId="1076"/>
          <ac:spMkLst>
            <pc:docMk/>
            <pc:sldMk cId="0" sldId="257"/>
            <ac:spMk id="9" creationId="{00000000-0000-0000-0000-000000000000}"/>
          </ac:spMkLst>
        </pc:spChg>
        <pc:spChg chg="mod">
          <ac:chgData name="sushmita sen" userId="05035164cc49b310" providerId="LiveId" clId="{6BE13B7B-E3F8-462D-9041-7B2294FD2E90}" dt="2026-04-11T07:58:43.052" v="61" actId="114"/>
          <ac:spMkLst>
            <pc:docMk/>
            <pc:sldMk cId="0" sldId="257"/>
            <ac:spMk id="10" creationId="{00000000-0000-0000-0000-000000000000}"/>
          </ac:spMkLst>
        </pc:spChg>
        <pc:spChg chg="mod">
          <ac:chgData name="sushmita sen" userId="05035164cc49b310" providerId="LiveId" clId="{6BE13B7B-E3F8-462D-9041-7B2294FD2E90}" dt="2026-04-11T08:00:43.132" v="64" actId="1076"/>
          <ac:spMkLst>
            <pc:docMk/>
            <pc:sldMk cId="0" sldId="257"/>
            <ac:spMk id="11" creationId="{00000000-0000-0000-0000-000000000000}"/>
          </ac:spMkLst>
        </pc:spChg>
        <pc:spChg chg="mod">
          <ac:chgData name="sushmita sen" userId="05035164cc49b310" providerId="LiveId" clId="{6BE13B7B-E3F8-462D-9041-7B2294FD2E90}" dt="2026-04-11T07:59:44.783" v="63"/>
          <ac:spMkLst>
            <pc:docMk/>
            <pc:sldMk cId="0" sldId="257"/>
            <ac:spMk id="13" creationId="{E30F75BB-9F12-1BA7-47D2-BDDC0BFF90CC}"/>
          </ac:spMkLst>
        </pc:spChg>
        <pc:grpChg chg="mod">
          <ac:chgData name="sushmita sen" userId="05035164cc49b310" providerId="LiveId" clId="{6BE13B7B-E3F8-462D-9041-7B2294FD2E90}" dt="2026-04-11T07:58:48.827" v="62" actId="1076"/>
          <ac:grpSpMkLst>
            <pc:docMk/>
            <pc:sldMk cId="0" sldId="257"/>
            <ac:grpSpMk id="3" creationId="{00000000-0000-0000-0000-000000000000}"/>
          </ac:grpSpMkLst>
        </pc:grpChg>
        <pc:grpChg chg="add mod">
          <ac:chgData name="sushmita sen" userId="05035164cc49b310" providerId="LiveId" clId="{6BE13B7B-E3F8-462D-9041-7B2294FD2E90}" dt="2026-04-11T07:59:44.783" v="63"/>
          <ac:grpSpMkLst>
            <pc:docMk/>
            <pc:sldMk cId="0" sldId="257"/>
            <ac:grpSpMk id="12" creationId="{6641299E-7049-E8F5-5E12-B864C433027F}"/>
          </ac:grpSpMkLst>
        </pc:grpChg>
      </pc:sldChg>
      <pc:sldChg chg="delSp modSp mod">
        <pc:chgData name="sushmita sen" userId="05035164cc49b310" providerId="LiveId" clId="{6BE13B7B-E3F8-462D-9041-7B2294FD2E90}" dt="2026-04-11T08:08:43.330" v="222" actId="20577"/>
        <pc:sldMkLst>
          <pc:docMk/>
          <pc:sldMk cId="0" sldId="258"/>
        </pc:sldMkLst>
        <pc:spChg chg="mod">
          <ac:chgData name="sushmita sen" userId="05035164cc49b310" providerId="LiveId" clId="{6BE13B7B-E3F8-462D-9041-7B2294FD2E90}" dt="2026-04-11T08:05:42.363" v="191" actId="114"/>
          <ac:spMkLst>
            <pc:docMk/>
            <pc:sldMk cId="0" sldId="258"/>
            <ac:spMk id="2" creationId="{00000000-0000-0000-0000-000000000000}"/>
          </ac:spMkLst>
        </pc:spChg>
        <pc:spChg chg="mod">
          <ac:chgData name="sushmita sen" userId="05035164cc49b310" providerId="LiveId" clId="{6BE13B7B-E3F8-462D-9041-7B2294FD2E90}" dt="2026-04-11T08:05:42.363" v="191" actId="114"/>
          <ac:spMkLst>
            <pc:docMk/>
            <pc:sldMk cId="0" sldId="258"/>
            <ac:spMk id="3" creationId="{00000000-0000-0000-0000-000000000000}"/>
          </ac:spMkLst>
        </pc:spChg>
        <pc:spChg chg="mod">
          <ac:chgData name="sushmita sen" userId="05035164cc49b310" providerId="LiveId" clId="{6BE13B7B-E3F8-462D-9041-7B2294FD2E90}" dt="2026-04-11T08:08:43.330" v="222" actId="20577"/>
          <ac:spMkLst>
            <pc:docMk/>
            <pc:sldMk cId="0" sldId="258"/>
            <ac:spMk id="4" creationId="{00000000-0000-0000-0000-000000000000}"/>
          </ac:spMkLst>
        </pc:spChg>
        <pc:spChg chg="del mod">
          <ac:chgData name="sushmita sen" userId="05035164cc49b310" providerId="LiveId" clId="{6BE13B7B-E3F8-462D-9041-7B2294FD2E90}" dt="2026-04-11T08:08:33.273" v="220"/>
          <ac:spMkLst>
            <pc:docMk/>
            <pc:sldMk cId="0" sldId="258"/>
            <ac:spMk id="5" creationId="{00000000-0000-0000-0000-000000000000}"/>
          </ac:spMkLst>
        </pc:spChg>
        <pc:spChg chg="mod">
          <ac:chgData name="sushmita sen" userId="05035164cc49b310" providerId="LiveId" clId="{6BE13B7B-E3F8-462D-9041-7B2294FD2E90}" dt="2026-04-11T08:06:58.255" v="194" actId="1076"/>
          <ac:spMkLst>
            <pc:docMk/>
            <pc:sldMk cId="0" sldId="258"/>
            <ac:spMk id="6" creationId="{00000000-0000-0000-0000-000000000000}"/>
          </ac:spMkLst>
        </pc:spChg>
        <pc:spChg chg="mod">
          <ac:chgData name="sushmita sen" userId="05035164cc49b310" providerId="LiveId" clId="{6BE13B7B-E3F8-462D-9041-7B2294FD2E90}" dt="2026-04-11T08:07:20.337" v="195" actId="1076"/>
          <ac:spMkLst>
            <pc:docMk/>
            <pc:sldMk cId="0" sldId="258"/>
            <ac:spMk id="7" creationId="{00000000-0000-0000-0000-000000000000}"/>
          </ac:spMkLst>
        </pc:spChg>
      </pc:sldChg>
      <pc:sldChg chg="addSp delSp modSp mod">
        <pc:chgData name="sushmita sen" userId="05035164cc49b310" providerId="LiveId" clId="{6BE13B7B-E3F8-462D-9041-7B2294FD2E90}" dt="2026-04-11T08:14:09.512" v="243" actId="1076"/>
        <pc:sldMkLst>
          <pc:docMk/>
          <pc:sldMk cId="0" sldId="259"/>
        </pc:sldMkLst>
        <pc:spChg chg="del mod">
          <ac:chgData name="sushmita sen" userId="05035164cc49b310" providerId="LiveId" clId="{6BE13B7B-E3F8-462D-9041-7B2294FD2E90}" dt="2026-04-11T08:10:57.456" v="232" actId="478"/>
          <ac:spMkLst>
            <pc:docMk/>
            <pc:sldMk cId="0" sldId="259"/>
            <ac:spMk id="2" creationId="{00000000-0000-0000-0000-000000000000}"/>
          </ac:spMkLst>
        </pc:spChg>
        <pc:spChg chg="mod">
          <ac:chgData name="sushmita sen" userId="05035164cc49b310" providerId="LiveId" clId="{6BE13B7B-E3F8-462D-9041-7B2294FD2E90}" dt="2026-04-11T08:09:40.706" v="225" actId="114"/>
          <ac:spMkLst>
            <pc:docMk/>
            <pc:sldMk cId="0" sldId="259"/>
            <ac:spMk id="3" creationId="{00000000-0000-0000-0000-000000000000}"/>
          </ac:spMkLst>
        </pc:spChg>
        <pc:spChg chg="mod">
          <ac:chgData name="sushmita sen" userId="05035164cc49b310" providerId="LiveId" clId="{6BE13B7B-E3F8-462D-9041-7B2294FD2E90}" dt="2026-04-11T08:09:40.706" v="225" actId="114"/>
          <ac:spMkLst>
            <pc:docMk/>
            <pc:sldMk cId="0" sldId="259"/>
            <ac:spMk id="4" creationId="{00000000-0000-0000-0000-000000000000}"/>
          </ac:spMkLst>
        </pc:spChg>
        <pc:spChg chg="del mod">
          <ac:chgData name="sushmita sen" userId="05035164cc49b310" providerId="LiveId" clId="{6BE13B7B-E3F8-462D-9041-7B2294FD2E90}" dt="2026-04-11T08:11:06.980" v="233" actId="478"/>
          <ac:spMkLst>
            <pc:docMk/>
            <pc:sldMk cId="0" sldId="259"/>
            <ac:spMk id="5" creationId="{00000000-0000-0000-0000-000000000000}"/>
          </ac:spMkLst>
        </pc:spChg>
        <pc:spChg chg="mod">
          <ac:chgData name="sushmita sen" userId="05035164cc49b310" providerId="LiveId" clId="{6BE13B7B-E3F8-462D-9041-7B2294FD2E90}" dt="2026-04-11T08:09:40.706" v="225" actId="114"/>
          <ac:spMkLst>
            <pc:docMk/>
            <pc:sldMk cId="0" sldId="259"/>
            <ac:spMk id="6" creationId="{00000000-0000-0000-0000-000000000000}"/>
          </ac:spMkLst>
        </pc:spChg>
        <pc:spChg chg="mod">
          <ac:chgData name="sushmita sen" userId="05035164cc49b310" providerId="LiveId" clId="{6BE13B7B-E3F8-462D-9041-7B2294FD2E90}" dt="2026-04-11T08:13:23.959" v="241" actId="1076"/>
          <ac:spMkLst>
            <pc:docMk/>
            <pc:sldMk cId="0" sldId="259"/>
            <ac:spMk id="7" creationId="{00000000-0000-0000-0000-000000000000}"/>
          </ac:spMkLst>
        </pc:spChg>
        <pc:spChg chg="mod">
          <ac:chgData name="sushmita sen" userId="05035164cc49b310" providerId="LiveId" clId="{6BE13B7B-E3F8-462D-9041-7B2294FD2E90}" dt="2026-04-11T08:09:58.329" v="226" actId="123"/>
          <ac:spMkLst>
            <pc:docMk/>
            <pc:sldMk cId="0" sldId="259"/>
            <ac:spMk id="8" creationId="{00000000-0000-0000-0000-000000000000}"/>
          </ac:spMkLst>
        </pc:spChg>
        <pc:spChg chg="mod">
          <ac:chgData name="sushmita sen" userId="05035164cc49b310" providerId="LiveId" clId="{6BE13B7B-E3F8-462D-9041-7B2294FD2E90}" dt="2026-04-11T08:09:58.329" v="226" actId="123"/>
          <ac:spMkLst>
            <pc:docMk/>
            <pc:sldMk cId="0" sldId="259"/>
            <ac:spMk id="9" creationId="{00000000-0000-0000-0000-000000000000}"/>
          </ac:spMkLst>
        </pc:spChg>
        <pc:spChg chg="mod">
          <ac:chgData name="sushmita sen" userId="05035164cc49b310" providerId="LiveId" clId="{6BE13B7B-E3F8-462D-9041-7B2294FD2E90}" dt="2026-04-11T08:09:58.329" v="226" actId="123"/>
          <ac:spMkLst>
            <pc:docMk/>
            <pc:sldMk cId="0" sldId="259"/>
            <ac:spMk id="10" creationId="{00000000-0000-0000-0000-000000000000}"/>
          </ac:spMkLst>
        </pc:spChg>
        <pc:spChg chg="mod">
          <ac:chgData name="sushmita sen" userId="05035164cc49b310" providerId="LiveId" clId="{6BE13B7B-E3F8-462D-9041-7B2294FD2E90}" dt="2026-04-11T08:09:58.329" v="226" actId="123"/>
          <ac:spMkLst>
            <pc:docMk/>
            <pc:sldMk cId="0" sldId="259"/>
            <ac:spMk id="11" creationId="{00000000-0000-0000-0000-000000000000}"/>
          </ac:spMkLst>
        </pc:spChg>
        <pc:spChg chg="mod">
          <ac:chgData name="sushmita sen" userId="05035164cc49b310" providerId="LiveId" clId="{6BE13B7B-E3F8-462D-9041-7B2294FD2E90}" dt="2026-04-11T08:13:53.876" v="242" actId="14100"/>
          <ac:spMkLst>
            <pc:docMk/>
            <pc:sldMk cId="0" sldId="259"/>
            <ac:spMk id="12" creationId="{00000000-0000-0000-0000-000000000000}"/>
          </ac:spMkLst>
        </pc:spChg>
        <pc:spChg chg="mod">
          <ac:chgData name="sushmita sen" userId="05035164cc49b310" providerId="LiveId" clId="{6BE13B7B-E3F8-462D-9041-7B2294FD2E90}" dt="2026-04-11T08:14:09.512" v="243" actId="1076"/>
          <ac:spMkLst>
            <pc:docMk/>
            <pc:sldMk cId="0" sldId="259"/>
            <ac:spMk id="13" creationId="{00000000-0000-0000-0000-000000000000}"/>
          </ac:spMkLst>
        </pc:spChg>
        <pc:spChg chg="mod">
          <ac:chgData name="sushmita sen" userId="05035164cc49b310" providerId="LiveId" clId="{6BE13B7B-E3F8-462D-9041-7B2294FD2E90}" dt="2026-04-11T08:09:58.329" v="226" actId="123"/>
          <ac:spMkLst>
            <pc:docMk/>
            <pc:sldMk cId="0" sldId="259"/>
            <ac:spMk id="14" creationId="{00000000-0000-0000-0000-000000000000}"/>
          </ac:spMkLst>
        </pc:spChg>
        <pc:spChg chg="mod">
          <ac:chgData name="sushmita sen" userId="05035164cc49b310" providerId="LiveId" clId="{6BE13B7B-E3F8-462D-9041-7B2294FD2E90}" dt="2026-04-11T08:09:58.329" v="226" actId="123"/>
          <ac:spMkLst>
            <pc:docMk/>
            <pc:sldMk cId="0" sldId="259"/>
            <ac:spMk id="15" creationId="{00000000-0000-0000-0000-000000000000}"/>
          </ac:spMkLst>
        </pc:spChg>
        <pc:spChg chg="add mod">
          <ac:chgData name="sushmita sen" userId="05035164cc49b310" providerId="LiveId" clId="{6BE13B7B-E3F8-462D-9041-7B2294FD2E90}" dt="2026-04-11T08:13:04.817" v="240" actId="115"/>
          <ac:spMkLst>
            <pc:docMk/>
            <pc:sldMk cId="0" sldId="259"/>
            <ac:spMk id="16" creationId="{14CBDF3A-E688-B7F6-BDB2-963B796C2085}"/>
          </ac:spMkLst>
        </pc:spChg>
      </pc:sldChg>
      <pc:sldChg chg="addSp delSp modSp mod">
        <pc:chgData name="sushmita sen" userId="05035164cc49b310" providerId="LiveId" clId="{6BE13B7B-E3F8-462D-9041-7B2294FD2E90}" dt="2026-04-11T08:39:56.230" v="299" actId="1076"/>
        <pc:sldMkLst>
          <pc:docMk/>
          <pc:sldMk cId="0" sldId="260"/>
        </pc:sldMkLst>
        <pc:spChg chg="mod">
          <ac:chgData name="sushmita sen" userId="05035164cc49b310" providerId="LiveId" clId="{6BE13B7B-E3F8-462D-9041-7B2294FD2E90}" dt="2026-04-11T08:16:06.760" v="250" actId="2711"/>
          <ac:spMkLst>
            <pc:docMk/>
            <pc:sldMk cId="0" sldId="260"/>
            <ac:spMk id="4" creationId="{00000000-0000-0000-0000-000000000000}"/>
          </ac:spMkLst>
        </pc:spChg>
        <pc:spChg chg="mod">
          <ac:chgData name="sushmita sen" userId="05035164cc49b310" providerId="LiveId" clId="{6BE13B7B-E3F8-462D-9041-7B2294FD2E90}" dt="2026-04-11T08:22:50.955" v="266" actId="2710"/>
          <ac:spMkLst>
            <pc:docMk/>
            <pc:sldMk cId="0" sldId="260"/>
            <ac:spMk id="5" creationId="{00000000-0000-0000-0000-000000000000}"/>
          </ac:spMkLst>
        </pc:spChg>
        <pc:spChg chg="del mod">
          <ac:chgData name="sushmita sen" userId="05035164cc49b310" providerId="LiveId" clId="{6BE13B7B-E3F8-462D-9041-7B2294FD2E90}" dt="2026-04-11T08:22:51.684" v="268"/>
          <ac:spMkLst>
            <pc:docMk/>
            <pc:sldMk cId="0" sldId="260"/>
            <ac:spMk id="6" creationId="{00000000-0000-0000-0000-000000000000}"/>
          </ac:spMkLst>
        </pc:spChg>
        <pc:spChg chg="mod">
          <ac:chgData name="sushmita sen" userId="05035164cc49b310" providerId="LiveId" clId="{6BE13B7B-E3F8-462D-9041-7B2294FD2E90}" dt="2026-04-11T08:37:43.646" v="274" actId="20577"/>
          <ac:spMkLst>
            <pc:docMk/>
            <pc:sldMk cId="0" sldId="260"/>
            <ac:spMk id="7" creationId="{00000000-0000-0000-0000-000000000000}"/>
          </ac:spMkLst>
        </pc:spChg>
        <pc:spChg chg="add del">
          <ac:chgData name="sushmita sen" userId="05035164cc49b310" providerId="LiveId" clId="{6BE13B7B-E3F8-462D-9041-7B2294FD2E90}" dt="2026-04-11T08:37:40.006" v="273" actId="478"/>
          <ac:spMkLst>
            <pc:docMk/>
            <pc:sldMk cId="0" sldId="260"/>
            <ac:spMk id="8" creationId="{00000000-0000-0000-0000-000000000000}"/>
          </ac:spMkLst>
        </pc:spChg>
        <pc:spChg chg="add del">
          <ac:chgData name="sushmita sen" userId="05035164cc49b310" providerId="LiveId" clId="{6BE13B7B-E3F8-462D-9041-7B2294FD2E90}" dt="2026-04-11T08:37:40.006" v="273" actId="478"/>
          <ac:spMkLst>
            <pc:docMk/>
            <pc:sldMk cId="0" sldId="260"/>
            <ac:spMk id="9" creationId="{00000000-0000-0000-0000-000000000000}"/>
          </ac:spMkLst>
        </pc:spChg>
        <pc:spChg chg="add del">
          <ac:chgData name="sushmita sen" userId="05035164cc49b310" providerId="LiveId" clId="{6BE13B7B-E3F8-462D-9041-7B2294FD2E90}" dt="2026-04-11T08:37:40.006" v="273" actId="478"/>
          <ac:spMkLst>
            <pc:docMk/>
            <pc:sldMk cId="0" sldId="260"/>
            <ac:spMk id="10" creationId="{00000000-0000-0000-0000-000000000000}"/>
          </ac:spMkLst>
        </pc:spChg>
        <pc:spChg chg="add del mod">
          <ac:chgData name="sushmita sen" userId="05035164cc49b310" providerId="LiveId" clId="{6BE13B7B-E3F8-462D-9041-7B2294FD2E90}" dt="2026-04-11T08:37:40.006" v="273" actId="478"/>
          <ac:spMkLst>
            <pc:docMk/>
            <pc:sldMk cId="0" sldId="260"/>
            <ac:spMk id="11" creationId="{00000000-0000-0000-0000-000000000000}"/>
          </ac:spMkLst>
        </pc:spChg>
        <pc:spChg chg="add del">
          <ac:chgData name="sushmita sen" userId="05035164cc49b310" providerId="LiveId" clId="{6BE13B7B-E3F8-462D-9041-7B2294FD2E90}" dt="2026-04-11T08:37:40.006" v="273" actId="478"/>
          <ac:spMkLst>
            <pc:docMk/>
            <pc:sldMk cId="0" sldId="260"/>
            <ac:spMk id="12" creationId="{00000000-0000-0000-0000-000000000000}"/>
          </ac:spMkLst>
        </pc:spChg>
        <pc:spChg chg="add del mod">
          <ac:chgData name="sushmita sen" userId="05035164cc49b310" providerId="LiveId" clId="{6BE13B7B-E3F8-462D-9041-7B2294FD2E90}" dt="2026-04-11T08:37:40.006" v="273" actId="478"/>
          <ac:spMkLst>
            <pc:docMk/>
            <pc:sldMk cId="0" sldId="260"/>
            <ac:spMk id="13" creationId="{00000000-0000-0000-0000-000000000000}"/>
          </ac:spMkLst>
        </pc:spChg>
        <pc:spChg chg="add del mod">
          <ac:chgData name="sushmita sen" userId="05035164cc49b310" providerId="LiveId" clId="{6BE13B7B-E3F8-462D-9041-7B2294FD2E90}" dt="2026-04-11T08:37:40.006" v="273" actId="478"/>
          <ac:spMkLst>
            <pc:docMk/>
            <pc:sldMk cId="0" sldId="260"/>
            <ac:spMk id="14" creationId="{00000000-0000-0000-0000-000000000000}"/>
          </ac:spMkLst>
        </pc:spChg>
        <pc:spChg chg="add del mod">
          <ac:chgData name="sushmita sen" userId="05035164cc49b310" providerId="LiveId" clId="{6BE13B7B-E3F8-462D-9041-7B2294FD2E90}" dt="2026-04-11T08:37:40.006" v="273" actId="478"/>
          <ac:spMkLst>
            <pc:docMk/>
            <pc:sldMk cId="0" sldId="260"/>
            <ac:spMk id="15" creationId="{00000000-0000-0000-0000-000000000000}"/>
          </ac:spMkLst>
        </pc:spChg>
        <pc:spChg chg="add del mod">
          <ac:chgData name="sushmita sen" userId="05035164cc49b310" providerId="LiveId" clId="{6BE13B7B-E3F8-462D-9041-7B2294FD2E90}" dt="2026-04-11T08:37:40.006" v="273" actId="478"/>
          <ac:spMkLst>
            <pc:docMk/>
            <pc:sldMk cId="0" sldId="260"/>
            <ac:spMk id="16" creationId="{00000000-0000-0000-0000-000000000000}"/>
          </ac:spMkLst>
        </pc:spChg>
        <pc:spChg chg="add del mod">
          <ac:chgData name="sushmita sen" userId="05035164cc49b310" providerId="LiveId" clId="{6BE13B7B-E3F8-462D-9041-7B2294FD2E90}" dt="2026-04-11T08:37:40.006" v="273" actId="478"/>
          <ac:spMkLst>
            <pc:docMk/>
            <pc:sldMk cId="0" sldId="260"/>
            <ac:spMk id="17" creationId="{00000000-0000-0000-0000-000000000000}"/>
          </ac:spMkLst>
        </pc:spChg>
        <pc:spChg chg="mod">
          <ac:chgData name="sushmita sen" userId="05035164cc49b310" providerId="LiveId" clId="{6BE13B7B-E3F8-462D-9041-7B2294FD2E90}" dt="2026-04-11T08:18:02.446" v="257" actId="1076"/>
          <ac:spMkLst>
            <pc:docMk/>
            <pc:sldMk cId="0" sldId="260"/>
            <ac:spMk id="18" creationId="{00000000-0000-0000-0000-000000000000}"/>
          </ac:spMkLst>
        </pc:spChg>
        <pc:spChg chg="mod">
          <ac:chgData name="sushmita sen" userId="05035164cc49b310" providerId="LiveId" clId="{6BE13B7B-E3F8-462D-9041-7B2294FD2E90}" dt="2026-04-11T08:38:38.118" v="281" actId="14100"/>
          <ac:spMkLst>
            <pc:docMk/>
            <pc:sldMk cId="0" sldId="260"/>
            <ac:spMk id="19" creationId="{00000000-0000-0000-0000-000000000000}"/>
          </ac:spMkLst>
        </pc:spChg>
        <pc:spChg chg="mod">
          <ac:chgData name="sushmita sen" userId="05035164cc49b310" providerId="LiveId" clId="{6BE13B7B-E3F8-462D-9041-7B2294FD2E90}" dt="2026-04-11T08:38:48.194" v="285" actId="14100"/>
          <ac:spMkLst>
            <pc:docMk/>
            <pc:sldMk cId="0" sldId="260"/>
            <ac:spMk id="20" creationId="{00000000-0000-0000-0000-000000000000}"/>
          </ac:spMkLst>
        </pc:spChg>
        <pc:spChg chg="mod">
          <ac:chgData name="sushmita sen" userId="05035164cc49b310" providerId="LiveId" clId="{6BE13B7B-E3F8-462D-9041-7B2294FD2E90}" dt="2026-04-11T08:39:33.230" v="292" actId="20577"/>
          <ac:spMkLst>
            <pc:docMk/>
            <pc:sldMk cId="0" sldId="260"/>
            <ac:spMk id="21" creationId="{00000000-0000-0000-0000-000000000000}"/>
          </ac:spMkLst>
        </pc:spChg>
        <pc:spChg chg="mod">
          <ac:chgData name="sushmita sen" userId="05035164cc49b310" providerId="LiveId" clId="{6BE13B7B-E3F8-462D-9041-7B2294FD2E90}" dt="2026-04-11T08:39:36.561" v="293" actId="20577"/>
          <ac:spMkLst>
            <pc:docMk/>
            <pc:sldMk cId="0" sldId="260"/>
            <ac:spMk id="22" creationId="{00000000-0000-0000-0000-000000000000}"/>
          </ac:spMkLst>
        </pc:spChg>
        <pc:spChg chg="mod">
          <ac:chgData name="sushmita sen" userId="05035164cc49b310" providerId="LiveId" clId="{6BE13B7B-E3F8-462D-9041-7B2294FD2E90}" dt="2026-04-11T08:39:46.457" v="296" actId="14100"/>
          <ac:spMkLst>
            <pc:docMk/>
            <pc:sldMk cId="0" sldId="260"/>
            <ac:spMk id="23" creationId="{00000000-0000-0000-0000-000000000000}"/>
          </ac:spMkLst>
        </pc:spChg>
        <pc:spChg chg="mod">
          <ac:chgData name="sushmita sen" userId="05035164cc49b310" providerId="LiveId" clId="{6BE13B7B-E3F8-462D-9041-7B2294FD2E90}" dt="2026-04-11T08:39:53.830" v="298" actId="14100"/>
          <ac:spMkLst>
            <pc:docMk/>
            <pc:sldMk cId="0" sldId="260"/>
            <ac:spMk id="24" creationId="{00000000-0000-0000-0000-000000000000}"/>
          </ac:spMkLst>
        </pc:spChg>
        <pc:spChg chg="mod">
          <ac:chgData name="sushmita sen" userId="05035164cc49b310" providerId="LiveId" clId="{6BE13B7B-E3F8-462D-9041-7B2294FD2E90}" dt="2026-04-11T08:39:56.230" v="299" actId="1076"/>
          <ac:spMkLst>
            <pc:docMk/>
            <pc:sldMk cId="0" sldId="260"/>
            <ac:spMk id="25" creationId="{00000000-0000-0000-0000-000000000000}"/>
          </ac:spMkLst>
        </pc:spChg>
        <pc:spChg chg="add mod">
          <ac:chgData name="sushmita sen" userId="05035164cc49b310" providerId="LiveId" clId="{6BE13B7B-E3F8-462D-9041-7B2294FD2E90}" dt="2026-04-11T08:37:44.690" v="275"/>
          <ac:spMkLst>
            <pc:docMk/>
            <pc:sldMk cId="0" sldId="260"/>
            <ac:spMk id="27" creationId="{3BDCFCE9-1369-DF18-5F5F-8986F7B2B813}"/>
          </ac:spMkLst>
        </pc:spChg>
        <pc:spChg chg="add mod">
          <ac:chgData name="sushmita sen" userId="05035164cc49b310" providerId="LiveId" clId="{6BE13B7B-E3F8-462D-9041-7B2294FD2E90}" dt="2026-04-11T08:37:44.690" v="275"/>
          <ac:spMkLst>
            <pc:docMk/>
            <pc:sldMk cId="0" sldId="260"/>
            <ac:spMk id="28" creationId="{C4FD1688-33A3-1406-E38A-3DD03ACF066A}"/>
          </ac:spMkLst>
        </pc:spChg>
        <pc:spChg chg="add mod">
          <ac:chgData name="sushmita sen" userId="05035164cc49b310" providerId="LiveId" clId="{6BE13B7B-E3F8-462D-9041-7B2294FD2E90}" dt="2026-04-11T08:37:44.690" v="275"/>
          <ac:spMkLst>
            <pc:docMk/>
            <pc:sldMk cId="0" sldId="260"/>
            <ac:spMk id="29" creationId="{6AB3A907-7836-9010-3398-138A0126C6D5}"/>
          </ac:spMkLst>
        </pc:spChg>
        <pc:spChg chg="add mod">
          <ac:chgData name="sushmita sen" userId="05035164cc49b310" providerId="LiveId" clId="{6BE13B7B-E3F8-462D-9041-7B2294FD2E90}" dt="2026-04-11T08:37:44.690" v="275"/>
          <ac:spMkLst>
            <pc:docMk/>
            <pc:sldMk cId="0" sldId="260"/>
            <ac:spMk id="30" creationId="{2FDD74B4-D0C0-0147-0CF0-6F85B58313C0}"/>
          </ac:spMkLst>
        </pc:spChg>
        <pc:spChg chg="add mod">
          <ac:chgData name="sushmita sen" userId="05035164cc49b310" providerId="LiveId" clId="{6BE13B7B-E3F8-462D-9041-7B2294FD2E90}" dt="2026-04-11T08:37:44.690" v="275"/>
          <ac:spMkLst>
            <pc:docMk/>
            <pc:sldMk cId="0" sldId="260"/>
            <ac:spMk id="31" creationId="{EE8E202E-8853-9D4C-875D-9DA25B204D3D}"/>
          </ac:spMkLst>
        </pc:spChg>
        <pc:spChg chg="add mod">
          <ac:chgData name="sushmita sen" userId="05035164cc49b310" providerId="LiveId" clId="{6BE13B7B-E3F8-462D-9041-7B2294FD2E90}" dt="2026-04-11T08:37:44.690" v="275"/>
          <ac:spMkLst>
            <pc:docMk/>
            <pc:sldMk cId="0" sldId="260"/>
            <ac:spMk id="32" creationId="{E8264837-8546-7612-EE58-43EA064CBC02}"/>
          </ac:spMkLst>
        </pc:spChg>
        <pc:spChg chg="add mod">
          <ac:chgData name="sushmita sen" userId="05035164cc49b310" providerId="LiveId" clId="{6BE13B7B-E3F8-462D-9041-7B2294FD2E90}" dt="2026-04-11T08:37:44.690" v="275"/>
          <ac:spMkLst>
            <pc:docMk/>
            <pc:sldMk cId="0" sldId="260"/>
            <ac:spMk id="33" creationId="{5598B295-7696-CBB9-44D1-DF64B8176E20}"/>
          </ac:spMkLst>
        </pc:spChg>
        <pc:spChg chg="add mod">
          <ac:chgData name="sushmita sen" userId="05035164cc49b310" providerId="LiveId" clId="{6BE13B7B-E3F8-462D-9041-7B2294FD2E90}" dt="2026-04-11T08:37:44.690" v="275"/>
          <ac:spMkLst>
            <pc:docMk/>
            <pc:sldMk cId="0" sldId="260"/>
            <ac:spMk id="34" creationId="{9BCF64FA-0034-5829-844A-2E59BE051F36}"/>
          </ac:spMkLst>
        </pc:spChg>
        <pc:spChg chg="add mod">
          <ac:chgData name="sushmita sen" userId="05035164cc49b310" providerId="LiveId" clId="{6BE13B7B-E3F8-462D-9041-7B2294FD2E90}" dt="2026-04-11T08:37:44.690" v="275"/>
          <ac:spMkLst>
            <pc:docMk/>
            <pc:sldMk cId="0" sldId="260"/>
            <ac:spMk id="35" creationId="{D2EF98F2-059F-1E57-89B4-B3287CD12E65}"/>
          </ac:spMkLst>
        </pc:spChg>
        <pc:spChg chg="add mod">
          <ac:chgData name="sushmita sen" userId="05035164cc49b310" providerId="LiveId" clId="{6BE13B7B-E3F8-462D-9041-7B2294FD2E90}" dt="2026-04-11T08:37:44.690" v="275"/>
          <ac:spMkLst>
            <pc:docMk/>
            <pc:sldMk cId="0" sldId="260"/>
            <ac:spMk id="36" creationId="{589BAA86-DDB0-75CA-CE7E-E4BA334C6886}"/>
          </ac:spMkLst>
        </pc:spChg>
      </pc:sldChg>
      <pc:sldChg chg="delSp modSp mod">
        <pc:chgData name="sushmita sen" userId="05035164cc49b310" providerId="LiveId" clId="{6BE13B7B-E3F8-462D-9041-7B2294FD2E90}" dt="2026-04-11T08:46:21.001" v="354" actId="114"/>
        <pc:sldMkLst>
          <pc:docMk/>
          <pc:sldMk cId="0" sldId="261"/>
        </pc:sldMkLst>
        <pc:spChg chg="mod">
          <ac:chgData name="sushmita sen" userId="05035164cc49b310" providerId="LiveId" clId="{6BE13B7B-E3F8-462D-9041-7B2294FD2E90}" dt="2026-04-11T08:40:27.250" v="307" actId="114"/>
          <ac:spMkLst>
            <pc:docMk/>
            <pc:sldMk cId="0" sldId="261"/>
            <ac:spMk id="4" creationId="{00000000-0000-0000-0000-000000000000}"/>
          </ac:spMkLst>
        </pc:spChg>
        <pc:spChg chg="mod">
          <ac:chgData name="sushmita sen" userId="05035164cc49b310" providerId="LiveId" clId="{6BE13B7B-E3F8-462D-9041-7B2294FD2E90}" dt="2026-04-11T08:44:46.014" v="345" actId="1076"/>
          <ac:spMkLst>
            <pc:docMk/>
            <pc:sldMk cId="0" sldId="261"/>
            <ac:spMk id="5" creationId="{00000000-0000-0000-0000-000000000000}"/>
          </ac:spMkLst>
        </pc:spChg>
        <pc:spChg chg="mod">
          <ac:chgData name="sushmita sen" userId="05035164cc49b310" providerId="LiveId" clId="{6BE13B7B-E3F8-462D-9041-7B2294FD2E90}" dt="2026-04-11T08:45:27.346" v="348" actId="1076"/>
          <ac:spMkLst>
            <pc:docMk/>
            <pc:sldMk cId="0" sldId="261"/>
            <ac:spMk id="6" creationId="{00000000-0000-0000-0000-000000000000}"/>
          </ac:spMkLst>
        </pc:spChg>
        <pc:spChg chg="mod">
          <ac:chgData name="sushmita sen" userId="05035164cc49b310" providerId="LiveId" clId="{6BE13B7B-E3F8-462D-9041-7B2294FD2E90}" dt="2026-04-11T08:45:51.575" v="352" actId="1076"/>
          <ac:spMkLst>
            <pc:docMk/>
            <pc:sldMk cId="0" sldId="261"/>
            <ac:spMk id="7" creationId="{00000000-0000-0000-0000-000000000000}"/>
          </ac:spMkLst>
        </pc:spChg>
        <pc:spChg chg="mod">
          <ac:chgData name="sushmita sen" userId="05035164cc49b310" providerId="LiveId" clId="{6BE13B7B-E3F8-462D-9041-7B2294FD2E90}" dt="2026-04-11T08:45:27.346" v="348" actId="1076"/>
          <ac:spMkLst>
            <pc:docMk/>
            <pc:sldMk cId="0" sldId="261"/>
            <ac:spMk id="8" creationId="{00000000-0000-0000-0000-000000000000}"/>
          </ac:spMkLst>
        </pc:spChg>
        <pc:spChg chg="mod">
          <ac:chgData name="sushmita sen" userId="05035164cc49b310" providerId="LiveId" clId="{6BE13B7B-E3F8-462D-9041-7B2294FD2E90}" dt="2026-04-11T08:45:27.346" v="348" actId="1076"/>
          <ac:spMkLst>
            <pc:docMk/>
            <pc:sldMk cId="0" sldId="261"/>
            <ac:spMk id="9" creationId="{00000000-0000-0000-0000-000000000000}"/>
          </ac:spMkLst>
        </pc:spChg>
        <pc:spChg chg="mod">
          <ac:chgData name="sushmita sen" userId="05035164cc49b310" providerId="LiveId" clId="{6BE13B7B-E3F8-462D-9041-7B2294FD2E90}" dt="2026-04-11T08:45:27.346" v="348" actId="1076"/>
          <ac:spMkLst>
            <pc:docMk/>
            <pc:sldMk cId="0" sldId="261"/>
            <ac:spMk id="10" creationId="{00000000-0000-0000-0000-000000000000}"/>
          </ac:spMkLst>
        </pc:spChg>
        <pc:spChg chg="mod">
          <ac:chgData name="sushmita sen" userId="05035164cc49b310" providerId="LiveId" clId="{6BE13B7B-E3F8-462D-9041-7B2294FD2E90}" dt="2026-04-11T08:45:27.346" v="348" actId="1076"/>
          <ac:spMkLst>
            <pc:docMk/>
            <pc:sldMk cId="0" sldId="261"/>
            <ac:spMk id="11" creationId="{00000000-0000-0000-0000-000000000000}"/>
          </ac:spMkLst>
        </pc:spChg>
        <pc:spChg chg="mod">
          <ac:chgData name="sushmita sen" userId="05035164cc49b310" providerId="LiveId" clId="{6BE13B7B-E3F8-462D-9041-7B2294FD2E90}" dt="2026-04-11T08:45:37.570" v="350" actId="20577"/>
          <ac:spMkLst>
            <pc:docMk/>
            <pc:sldMk cId="0" sldId="261"/>
            <ac:spMk id="12" creationId="{00000000-0000-0000-0000-000000000000}"/>
          </ac:spMkLst>
        </pc:spChg>
        <pc:spChg chg="mod">
          <ac:chgData name="sushmita sen" userId="05035164cc49b310" providerId="LiveId" clId="{6BE13B7B-E3F8-462D-9041-7B2294FD2E90}" dt="2026-04-11T08:45:39.360" v="351" actId="20577"/>
          <ac:spMkLst>
            <pc:docMk/>
            <pc:sldMk cId="0" sldId="261"/>
            <ac:spMk id="13" creationId="{00000000-0000-0000-0000-000000000000}"/>
          </ac:spMkLst>
        </pc:spChg>
        <pc:spChg chg="mod">
          <ac:chgData name="sushmita sen" userId="05035164cc49b310" providerId="LiveId" clId="{6BE13B7B-E3F8-462D-9041-7B2294FD2E90}" dt="2026-04-11T08:46:03.936" v="353" actId="20577"/>
          <ac:spMkLst>
            <pc:docMk/>
            <pc:sldMk cId="0" sldId="261"/>
            <ac:spMk id="14" creationId="{00000000-0000-0000-0000-000000000000}"/>
          </ac:spMkLst>
        </pc:spChg>
        <pc:spChg chg="mod">
          <ac:chgData name="sushmita sen" userId="05035164cc49b310" providerId="LiveId" clId="{6BE13B7B-E3F8-462D-9041-7B2294FD2E90}" dt="2026-04-11T08:45:27.346" v="348" actId="1076"/>
          <ac:spMkLst>
            <pc:docMk/>
            <pc:sldMk cId="0" sldId="261"/>
            <ac:spMk id="15" creationId="{00000000-0000-0000-0000-000000000000}"/>
          </ac:spMkLst>
        </pc:spChg>
        <pc:spChg chg="mod">
          <ac:chgData name="sushmita sen" userId="05035164cc49b310" providerId="LiveId" clId="{6BE13B7B-E3F8-462D-9041-7B2294FD2E90}" dt="2026-04-11T08:45:27.346" v="348" actId="1076"/>
          <ac:spMkLst>
            <pc:docMk/>
            <pc:sldMk cId="0" sldId="261"/>
            <ac:spMk id="16" creationId="{00000000-0000-0000-0000-000000000000}"/>
          </ac:spMkLst>
        </pc:spChg>
        <pc:spChg chg="mod">
          <ac:chgData name="sushmita sen" userId="05035164cc49b310" providerId="LiveId" clId="{6BE13B7B-E3F8-462D-9041-7B2294FD2E90}" dt="2026-04-11T08:46:21.001" v="354" actId="114"/>
          <ac:spMkLst>
            <pc:docMk/>
            <pc:sldMk cId="0" sldId="261"/>
            <ac:spMk id="17" creationId="{00000000-0000-0000-0000-000000000000}"/>
          </ac:spMkLst>
        </pc:spChg>
        <pc:spChg chg="mod">
          <ac:chgData name="sushmita sen" userId="05035164cc49b310" providerId="LiveId" clId="{6BE13B7B-E3F8-462D-9041-7B2294FD2E90}" dt="2026-04-11T08:44:15.069" v="340" actId="20577"/>
          <ac:spMkLst>
            <pc:docMk/>
            <pc:sldMk cId="0" sldId="261"/>
            <ac:spMk id="18" creationId="{00000000-0000-0000-0000-000000000000}"/>
          </ac:spMkLst>
        </pc:spChg>
        <pc:spChg chg="del">
          <ac:chgData name="sushmita sen" userId="05035164cc49b310" providerId="LiveId" clId="{6BE13B7B-E3F8-462D-9041-7B2294FD2E90}" dt="2026-04-11T08:43:47.007" v="334" actId="478"/>
          <ac:spMkLst>
            <pc:docMk/>
            <pc:sldMk cId="0" sldId="261"/>
            <ac:spMk id="19" creationId="{00000000-0000-0000-0000-000000000000}"/>
          </ac:spMkLst>
        </pc:spChg>
        <pc:spChg chg="mod">
          <ac:chgData name="sushmita sen" userId="05035164cc49b310" providerId="LiveId" clId="{6BE13B7B-E3F8-462D-9041-7B2294FD2E90}" dt="2026-04-11T08:41:02.561" v="311" actId="20577"/>
          <ac:spMkLst>
            <pc:docMk/>
            <pc:sldMk cId="0" sldId="261"/>
            <ac:spMk id="20" creationId="{00000000-0000-0000-0000-000000000000}"/>
          </ac:spMkLst>
        </pc:spChg>
        <pc:spChg chg="mod">
          <ac:chgData name="sushmita sen" userId="05035164cc49b310" providerId="LiveId" clId="{6BE13B7B-E3F8-462D-9041-7B2294FD2E90}" dt="2026-04-11T08:42:23.599" v="329" actId="1076"/>
          <ac:spMkLst>
            <pc:docMk/>
            <pc:sldMk cId="0" sldId="261"/>
            <ac:spMk id="21" creationId="{00000000-0000-0000-0000-000000000000}"/>
          </ac:spMkLst>
        </pc:spChg>
        <pc:spChg chg="mod">
          <ac:chgData name="sushmita sen" userId="05035164cc49b310" providerId="LiveId" clId="{6BE13B7B-E3F8-462D-9041-7B2294FD2E90}" dt="2026-04-11T08:42:18.011" v="328" actId="1076"/>
          <ac:spMkLst>
            <pc:docMk/>
            <pc:sldMk cId="0" sldId="261"/>
            <ac:spMk id="22" creationId="{00000000-0000-0000-0000-000000000000}"/>
          </ac:spMkLst>
        </pc:spChg>
      </pc:sldChg>
      <pc:sldChg chg="delSp modSp mod">
        <pc:chgData name="sushmita sen" userId="05035164cc49b310" providerId="LiveId" clId="{6BE13B7B-E3F8-462D-9041-7B2294FD2E90}" dt="2026-04-11T09:01:41.911" v="388" actId="123"/>
        <pc:sldMkLst>
          <pc:docMk/>
          <pc:sldMk cId="0" sldId="262"/>
        </pc:sldMkLst>
        <pc:spChg chg="mod">
          <ac:chgData name="sushmita sen" userId="05035164cc49b310" providerId="LiveId" clId="{6BE13B7B-E3F8-462D-9041-7B2294FD2E90}" dt="2026-04-11T08:58:45.688" v="360" actId="114"/>
          <ac:spMkLst>
            <pc:docMk/>
            <pc:sldMk cId="0" sldId="262"/>
            <ac:spMk id="4" creationId="{00000000-0000-0000-0000-000000000000}"/>
          </ac:spMkLst>
        </pc:spChg>
        <pc:spChg chg="mod">
          <ac:chgData name="sushmita sen" userId="05035164cc49b310" providerId="LiveId" clId="{6BE13B7B-E3F8-462D-9041-7B2294FD2E90}" dt="2026-04-11T08:58:38.040" v="359" actId="2711"/>
          <ac:spMkLst>
            <pc:docMk/>
            <pc:sldMk cId="0" sldId="262"/>
            <ac:spMk id="6" creationId="{00000000-0000-0000-0000-000000000000}"/>
          </ac:spMkLst>
        </pc:spChg>
        <pc:spChg chg="mod">
          <ac:chgData name="sushmita sen" userId="05035164cc49b310" providerId="LiveId" clId="{6BE13B7B-E3F8-462D-9041-7B2294FD2E90}" dt="2026-04-11T08:59:16.201" v="364" actId="14100"/>
          <ac:spMkLst>
            <pc:docMk/>
            <pc:sldMk cId="0" sldId="262"/>
            <ac:spMk id="10" creationId="{00000000-0000-0000-0000-000000000000}"/>
          </ac:spMkLst>
        </pc:spChg>
        <pc:spChg chg="mod">
          <ac:chgData name="sushmita sen" userId="05035164cc49b310" providerId="LiveId" clId="{6BE13B7B-E3F8-462D-9041-7B2294FD2E90}" dt="2026-04-11T08:59:21.379" v="365" actId="20577"/>
          <ac:spMkLst>
            <pc:docMk/>
            <pc:sldMk cId="0" sldId="262"/>
            <ac:spMk id="13" creationId="{00000000-0000-0000-0000-000000000000}"/>
          </ac:spMkLst>
        </pc:spChg>
        <pc:spChg chg="mod">
          <ac:chgData name="sushmita sen" userId="05035164cc49b310" providerId="LiveId" clId="{6BE13B7B-E3F8-462D-9041-7B2294FD2E90}" dt="2026-04-11T08:59:24.877" v="366" actId="20577"/>
          <ac:spMkLst>
            <pc:docMk/>
            <pc:sldMk cId="0" sldId="262"/>
            <ac:spMk id="16" creationId="{00000000-0000-0000-0000-000000000000}"/>
          </ac:spMkLst>
        </pc:spChg>
        <pc:spChg chg="mod">
          <ac:chgData name="sushmita sen" userId="05035164cc49b310" providerId="LiveId" clId="{6BE13B7B-E3F8-462D-9041-7B2294FD2E90}" dt="2026-04-11T08:59:52.428" v="370" actId="114"/>
          <ac:spMkLst>
            <pc:docMk/>
            <pc:sldMk cId="0" sldId="262"/>
            <ac:spMk id="21" creationId="{00000000-0000-0000-0000-000000000000}"/>
          </ac:spMkLst>
        </pc:spChg>
        <pc:spChg chg="mod">
          <ac:chgData name="sushmita sen" userId="05035164cc49b310" providerId="LiveId" clId="{6BE13B7B-E3F8-462D-9041-7B2294FD2E90}" dt="2026-04-11T09:01:41.911" v="388" actId="123"/>
          <ac:spMkLst>
            <pc:docMk/>
            <pc:sldMk cId="0" sldId="262"/>
            <ac:spMk id="22" creationId="{00000000-0000-0000-0000-000000000000}"/>
          </ac:spMkLst>
        </pc:spChg>
        <pc:spChg chg="del mod">
          <ac:chgData name="sushmita sen" userId="05035164cc49b310" providerId="LiveId" clId="{6BE13B7B-E3F8-462D-9041-7B2294FD2E90}" dt="2026-04-11T09:01:26.454" v="386"/>
          <ac:spMkLst>
            <pc:docMk/>
            <pc:sldMk cId="0" sldId="262"/>
            <ac:spMk id="23" creationId="{00000000-0000-0000-0000-000000000000}"/>
          </ac:spMkLst>
        </pc:spChg>
        <pc:spChg chg="del mod">
          <ac:chgData name="sushmita sen" userId="05035164cc49b310" providerId="LiveId" clId="{6BE13B7B-E3F8-462D-9041-7B2294FD2E90}" dt="2026-04-11T09:01:26.452" v="384"/>
          <ac:spMkLst>
            <pc:docMk/>
            <pc:sldMk cId="0" sldId="262"/>
            <ac:spMk id="24" creationId="{00000000-0000-0000-0000-000000000000}"/>
          </ac:spMkLst>
        </pc:spChg>
        <pc:spChg chg="del mod">
          <ac:chgData name="sushmita sen" userId="05035164cc49b310" providerId="LiveId" clId="{6BE13B7B-E3F8-462D-9041-7B2294FD2E90}" dt="2026-04-11T09:01:26.450" v="382"/>
          <ac:spMkLst>
            <pc:docMk/>
            <pc:sldMk cId="0" sldId="262"/>
            <ac:spMk id="25" creationId="{00000000-0000-0000-0000-000000000000}"/>
          </ac:spMkLst>
        </pc:spChg>
        <pc:spChg chg="mod">
          <ac:chgData name="sushmita sen" userId="05035164cc49b310" providerId="LiveId" clId="{6BE13B7B-E3F8-462D-9041-7B2294FD2E90}" dt="2026-04-11T09:00:10.715" v="372" actId="1076"/>
          <ac:spMkLst>
            <pc:docMk/>
            <pc:sldMk cId="0" sldId="262"/>
            <ac:spMk id="26" creationId="{00000000-0000-0000-0000-000000000000}"/>
          </ac:spMkLst>
        </pc:spChg>
      </pc:sldChg>
      <pc:sldChg chg="delSp modSp mod">
        <pc:chgData name="sushmita sen" userId="05035164cc49b310" providerId="LiveId" clId="{6BE13B7B-E3F8-462D-9041-7B2294FD2E90}" dt="2026-04-11T16:23:04.713" v="460" actId="114"/>
        <pc:sldMkLst>
          <pc:docMk/>
          <pc:sldMk cId="0" sldId="263"/>
        </pc:sldMkLst>
        <pc:spChg chg="mod">
          <ac:chgData name="sushmita sen" userId="05035164cc49b310" providerId="LiveId" clId="{6BE13B7B-E3F8-462D-9041-7B2294FD2E90}" dt="2026-04-11T09:02:30.062" v="398" actId="1076"/>
          <ac:spMkLst>
            <pc:docMk/>
            <pc:sldMk cId="0" sldId="263"/>
            <ac:spMk id="4" creationId="{00000000-0000-0000-0000-000000000000}"/>
          </ac:spMkLst>
        </pc:spChg>
        <pc:spChg chg="mod">
          <ac:chgData name="sushmita sen" userId="05035164cc49b310" providerId="LiveId" clId="{6BE13B7B-E3F8-462D-9041-7B2294FD2E90}" dt="2026-04-11T16:23:04.713" v="460" actId="114"/>
          <ac:spMkLst>
            <pc:docMk/>
            <pc:sldMk cId="0" sldId="263"/>
            <ac:spMk id="6" creationId="{00000000-0000-0000-0000-000000000000}"/>
          </ac:spMkLst>
        </pc:spChg>
        <pc:spChg chg="del mod">
          <ac:chgData name="sushmita sen" userId="05035164cc49b310" providerId="LiveId" clId="{6BE13B7B-E3F8-462D-9041-7B2294FD2E90}" dt="2026-04-11T09:01:52.407" v="391"/>
          <ac:spMkLst>
            <pc:docMk/>
            <pc:sldMk cId="0" sldId="263"/>
            <ac:spMk id="8" creationId="{00000000-0000-0000-0000-000000000000}"/>
          </ac:spMkLst>
        </pc:spChg>
        <pc:spChg chg="mod">
          <ac:chgData name="sushmita sen" userId="05035164cc49b310" providerId="LiveId" clId="{6BE13B7B-E3F8-462D-9041-7B2294FD2E90}" dt="2026-04-11T09:02:14.186" v="396" actId="14100"/>
          <ac:spMkLst>
            <pc:docMk/>
            <pc:sldMk cId="0" sldId="263"/>
            <ac:spMk id="9" creationId="{00000000-0000-0000-0000-000000000000}"/>
          </ac:spMkLst>
        </pc:spChg>
        <pc:spChg chg="mod">
          <ac:chgData name="sushmita sen" userId="05035164cc49b310" providerId="LiveId" clId="{6BE13B7B-E3F8-462D-9041-7B2294FD2E90}" dt="2026-04-11T09:02:30.062" v="398" actId="1076"/>
          <ac:spMkLst>
            <pc:docMk/>
            <pc:sldMk cId="0" sldId="263"/>
            <ac:spMk id="10" creationId="{00000000-0000-0000-0000-000000000000}"/>
          </ac:spMkLst>
        </pc:spChg>
        <pc:spChg chg="mod">
          <ac:chgData name="sushmita sen" userId="05035164cc49b310" providerId="LiveId" clId="{6BE13B7B-E3F8-462D-9041-7B2294FD2E90}" dt="2026-04-11T09:02:30.062" v="398" actId="1076"/>
          <ac:spMkLst>
            <pc:docMk/>
            <pc:sldMk cId="0" sldId="263"/>
            <ac:spMk id="11" creationId="{00000000-0000-0000-0000-000000000000}"/>
          </ac:spMkLst>
        </pc:spChg>
        <pc:spChg chg="mod">
          <ac:chgData name="sushmita sen" userId="05035164cc49b310" providerId="LiveId" clId="{6BE13B7B-E3F8-462D-9041-7B2294FD2E90}" dt="2026-04-11T09:02:30.062" v="398" actId="1076"/>
          <ac:spMkLst>
            <pc:docMk/>
            <pc:sldMk cId="0" sldId="263"/>
            <ac:spMk id="12" creationId="{00000000-0000-0000-0000-000000000000}"/>
          </ac:spMkLst>
        </pc:spChg>
        <pc:spChg chg="mod">
          <ac:chgData name="sushmita sen" userId="05035164cc49b310" providerId="LiveId" clId="{6BE13B7B-E3F8-462D-9041-7B2294FD2E90}" dt="2026-04-11T09:02:30.062" v="398" actId="1076"/>
          <ac:spMkLst>
            <pc:docMk/>
            <pc:sldMk cId="0" sldId="263"/>
            <ac:spMk id="15" creationId="{00000000-0000-0000-0000-000000000000}"/>
          </ac:spMkLst>
        </pc:spChg>
        <pc:spChg chg="mod">
          <ac:chgData name="sushmita sen" userId="05035164cc49b310" providerId="LiveId" clId="{6BE13B7B-E3F8-462D-9041-7B2294FD2E90}" dt="2026-04-11T09:02:30.062" v="398" actId="1076"/>
          <ac:spMkLst>
            <pc:docMk/>
            <pc:sldMk cId="0" sldId="263"/>
            <ac:spMk id="16" creationId="{00000000-0000-0000-0000-000000000000}"/>
          </ac:spMkLst>
        </pc:spChg>
        <pc:spChg chg="mod">
          <ac:chgData name="sushmita sen" userId="05035164cc49b310" providerId="LiveId" clId="{6BE13B7B-E3F8-462D-9041-7B2294FD2E90}" dt="2026-04-11T09:02:30.062" v="398" actId="1076"/>
          <ac:spMkLst>
            <pc:docMk/>
            <pc:sldMk cId="0" sldId="263"/>
            <ac:spMk id="17" creationId="{00000000-0000-0000-0000-000000000000}"/>
          </ac:spMkLst>
        </pc:spChg>
        <pc:spChg chg="mod">
          <ac:chgData name="sushmita sen" userId="05035164cc49b310" providerId="LiveId" clId="{6BE13B7B-E3F8-462D-9041-7B2294FD2E90}" dt="2026-04-11T09:02:30.062" v="398" actId="1076"/>
          <ac:spMkLst>
            <pc:docMk/>
            <pc:sldMk cId="0" sldId="263"/>
            <ac:spMk id="18" creationId="{00000000-0000-0000-0000-000000000000}"/>
          </ac:spMkLst>
        </pc:spChg>
        <pc:spChg chg="mod">
          <ac:chgData name="sushmita sen" userId="05035164cc49b310" providerId="LiveId" clId="{6BE13B7B-E3F8-462D-9041-7B2294FD2E90}" dt="2026-04-11T09:02:30.062" v="398" actId="1076"/>
          <ac:spMkLst>
            <pc:docMk/>
            <pc:sldMk cId="0" sldId="263"/>
            <ac:spMk id="20" creationId="{00000000-0000-0000-0000-000000000000}"/>
          </ac:spMkLst>
        </pc:spChg>
        <pc:spChg chg="mod">
          <ac:chgData name="sushmita sen" userId="05035164cc49b310" providerId="LiveId" clId="{6BE13B7B-E3F8-462D-9041-7B2294FD2E90}" dt="2026-04-11T09:02:30.062" v="398" actId="1076"/>
          <ac:spMkLst>
            <pc:docMk/>
            <pc:sldMk cId="0" sldId="263"/>
            <ac:spMk id="21" creationId="{00000000-0000-0000-0000-000000000000}"/>
          </ac:spMkLst>
        </pc:spChg>
        <pc:spChg chg="mod">
          <ac:chgData name="sushmita sen" userId="05035164cc49b310" providerId="LiveId" clId="{6BE13B7B-E3F8-462D-9041-7B2294FD2E90}" dt="2026-04-11T09:02:52.004" v="402" actId="14100"/>
          <ac:spMkLst>
            <pc:docMk/>
            <pc:sldMk cId="0" sldId="263"/>
            <ac:spMk id="22" creationId="{00000000-0000-0000-0000-000000000000}"/>
          </ac:spMkLst>
        </pc:spChg>
        <pc:spChg chg="mod">
          <ac:chgData name="sushmita sen" userId="05035164cc49b310" providerId="LiveId" clId="{6BE13B7B-E3F8-462D-9041-7B2294FD2E90}" dt="2026-04-11T16:17:25.353" v="414" actId="20577"/>
          <ac:spMkLst>
            <pc:docMk/>
            <pc:sldMk cId="0" sldId="263"/>
            <ac:spMk id="23" creationId="{00000000-0000-0000-0000-000000000000}"/>
          </ac:spMkLst>
        </pc:spChg>
        <pc:spChg chg="del mod">
          <ac:chgData name="sushmita sen" userId="05035164cc49b310" providerId="LiveId" clId="{6BE13B7B-E3F8-462D-9041-7B2294FD2E90}" dt="2026-04-11T16:17:29.918" v="416"/>
          <ac:spMkLst>
            <pc:docMk/>
            <pc:sldMk cId="0" sldId="263"/>
            <ac:spMk id="24" creationId="{00000000-0000-0000-0000-000000000000}"/>
          </ac:spMkLst>
        </pc:spChg>
        <pc:spChg chg="del mod">
          <ac:chgData name="sushmita sen" userId="05035164cc49b310" providerId="LiveId" clId="{6BE13B7B-E3F8-462D-9041-7B2294FD2E90}" dt="2026-04-11T09:08:16.449" v="408"/>
          <ac:spMkLst>
            <pc:docMk/>
            <pc:sldMk cId="0" sldId="263"/>
            <ac:spMk id="25" creationId="{00000000-0000-0000-0000-000000000000}"/>
          </ac:spMkLst>
        </pc:spChg>
      </pc:sldChg>
      <pc:sldChg chg="modSp mod">
        <pc:chgData name="sushmita sen" userId="05035164cc49b310" providerId="LiveId" clId="{6BE13B7B-E3F8-462D-9041-7B2294FD2E90}" dt="2026-04-11T16:22:46.071" v="458" actId="255"/>
        <pc:sldMkLst>
          <pc:docMk/>
          <pc:sldMk cId="0" sldId="264"/>
        </pc:sldMkLst>
        <pc:spChg chg="mod">
          <ac:chgData name="sushmita sen" userId="05035164cc49b310" providerId="LiveId" clId="{6BE13B7B-E3F8-462D-9041-7B2294FD2E90}" dt="2026-04-11T16:21:31.586" v="453" actId="14100"/>
          <ac:spMkLst>
            <pc:docMk/>
            <pc:sldMk cId="0" sldId="264"/>
            <ac:spMk id="4" creationId="{00000000-0000-0000-0000-000000000000}"/>
          </ac:spMkLst>
        </pc:spChg>
        <pc:spChg chg="mod">
          <ac:chgData name="sushmita sen" userId="05035164cc49b310" providerId="LiveId" clId="{6BE13B7B-E3F8-462D-9041-7B2294FD2E90}" dt="2026-04-11T16:21:41.798" v="454" actId="1076"/>
          <ac:spMkLst>
            <pc:docMk/>
            <pc:sldMk cId="0" sldId="264"/>
            <ac:spMk id="5" creationId="{00000000-0000-0000-0000-000000000000}"/>
          </ac:spMkLst>
        </pc:spChg>
        <pc:spChg chg="mod">
          <ac:chgData name="sushmita sen" userId="05035164cc49b310" providerId="LiveId" clId="{6BE13B7B-E3F8-462D-9041-7B2294FD2E90}" dt="2026-04-11T16:21:14.594" v="449" actId="14100"/>
          <ac:spMkLst>
            <pc:docMk/>
            <pc:sldMk cId="0" sldId="264"/>
            <ac:spMk id="6" creationId="{00000000-0000-0000-0000-000000000000}"/>
          </ac:spMkLst>
        </pc:spChg>
        <pc:spChg chg="mod">
          <ac:chgData name="sushmita sen" userId="05035164cc49b310" providerId="LiveId" clId="{6BE13B7B-E3F8-462D-9041-7B2294FD2E90}" dt="2026-04-11T16:22:46.071" v="458" actId="255"/>
          <ac:spMkLst>
            <pc:docMk/>
            <pc:sldMk cId="0" sldId="264"/>
            <ac:spMk id="7" creationId="{00000000-0000-0000-0000-000000000000}"/>
          </ac:spMkLst>
        </pc:spChg>
        <pc:spChg chg="mod">
          <ac:chgData name="sushmita sen" userId="05035164cc49b310" providerId="LiveId" clId="{6BE13B7B-E3F8-462D-9041-7B2294FD2E90}" dt="2026-04-11T16:20:58.128" v="445" actId="14100"/>
          <ac:spMkLst>
            <pc:docMk/>
            <pc:sldMk cId="0" sldId="264"/>
            <ac:spMk id="8" creationId="{00000000-0000-0000-0000-000000000000}"/>
          </ac:spMkLst>
        </pc:spChg>
        <pc:spChg chg="mod">
          <ac:chgData name="sushmita sen" userId="05035164cc49b310" providerId="LiveId" clId="{6BE13B7B-E3F8-462D-9041-7B2294FD2E90}" dt="2026-04-11T16:20:15.313" v="438" actId="255"/>
          <ac:spMkLst>
            <pc:docMk/>
            <pc:sldMk cId="0" sldId="264"/>
            <ac:spMk id="10" creationId="{00000000-0000-0000-0000-000000000000}"/>
          </ac:spMkLst>
        </pc:spChg>
        <pc:spChg chg="mod">
          <ac:chgData name="sushmita sen" userId="05035164cc49b310" providerId="LiveId" clId="{6BE13B7B-E3F8-462D-9041-7B2294FD2E90}" dt="2026-04-11T16:18:50.554" v="428"/>
          <ac:spMkLst>
            <pc:docMk/>
            <pc:sldMk cId="0" sldId="264"/>
            <ac:spMk id="11" creationId="{00000000-0000-0000-0000-000000000000}"/>
          </ac:spMkLst>
        </pc:spChg>
        <pc:spChg chg="mod">
          <ac:chgData name="sushmita sen" userId="05035164cc49b310" providerId="LiveId" clId="{6BE13B7B-E3F8-462D-9041-7B2294FD2E90}" dt="2026-04-11T16:19:06.063" v="430" actId="1076"/>
          <ac:spMkLst>
            <pc:docMk/>
            <pc:sldMk cId="0" sldId="264"/>
            <ac:spMk id="12" creationId="{00000000-0000-0000-0000-000000000000}"/>
          </ac:spMkLst>
        </pc:spChg>
        <pc:spChg chg="mod">
          <ac:chgData name="sushmita sen" userId="05035164cc49b310" providerId="LiveId" clId="{6BE13B7B-E3F8-462D-9041-7B2294FD2E90}" dt="2026-04-11T16:19:21.764" v="432" actId="1076"/>
          <ac:spMkLst>
            <pc:docMk/>
            <pc:sldMk cId="0" sldId="264"/>
            <ac:spMk id="13" creationId="{00000000-0000-0000-0000-000000000000}"/>
          </ac:spMkLst>
        </pc:spChg>
        <pc:spChg chg="mod">
          <ac:chgData name="sushmita sen" userId="05035164cc49b310" providerId="LiveId" clId="{6BE13B7B-E3F8-462D-9041-7B2294FD2E90}" dt="2026-04-11T16:19:37.116" v="434" actId="1076"/>
          <ac:spMkLst>
            <pc:docMk/>
            <pc:sldMk cId="0" sldId="264"/>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D37E6A-7D44-4507-B3CB-85F7726E8188}" type="datetimeFigureOut">
              <a:rPr lang="en-IN" smtClean="0"/>
              <a:t>11-04-2026</a:t>
            </a:fld>
            <a:endParaRPr lang="en-I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63C58-3E1C-41D5-BFED-96090AC3E38D}" type="slidenum">
              <a:rPr lang="en-IN" smtClean="0"/>
              <a:t>‹#›</a:t>
            </a:fld>
            <a:endParaRPr lang="en-IN"/>
          </a:p>
        </p:txBody>
      </p:sp>
    </p:spTree>
    <p:extLst>
      <p:ext uri="{BB962C8B-B14F-4D97-AF65-F5344CB8AC3E}">
        <p14:creationId xmlns:p14="http://schemas.microsoft.com/office/powerpoint/2010/main" val="1083711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A63C58-3E1C-41D5-BFED-96090AC3E38D}" type="slidenum">
              <a:rPr lang="en-IN" smtClean="0"/>
              <a:t>3</a:t>
            </a:fld>
            <a:endParaRPr lang="en-IN"/>
          </a:p>
        </p:txBody>
      </p:sp>
    </p:spTree>
    <p:extLst>
      <p:ext uri="{BB962C8B-B14F-4D97-AF65-F5344CB8AC3E}">
        <p14:creationId xmlns:p14="http://schemas.microsoft.com/office/powerpoint/2010/main" val="2894815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15640" y="1697736"/>
            <a:ext cx="1114044" cy="1115568"/>
            <a:chOff x="0" y="0"/>
            <a:chExt cx="1485392" cy="1487424"/>
          </a:xfrm>
        </p:grpSpPr>
        <p:sp>
          <p:nvSpPr>
            <p:cNvPr id="3" name="Freeform 3"/>
            <p:cNvSpPr/>
            <p:nvPr/>
          </p:nvSpPr>
          <p:spPr>
            <a:xfrm>
              <a:off x="0" y="0"/>
              <a:ext cx="1485392" cy="1487424"/>
            </a:xfrm>
            <a:custGeom>
              <a:avLst/>
              <a:gdLst/>
              <a:ahLst/>
              <a:cxnLst/>
              <a:rect l="l" t="t" r="r" b="b"/>
              <a:pathLst>
                <a:path w="1485392" h="1487424">
                  <a:moveTo>
                    <a:pt x="0" y="0"/>
                  </a:moveTo>
                  <a:lnTo>
                    <a:pt x="1485392" y="0"/>
                  </a:lnTo>
                  <a:lnTo>
                    <a:pt x="1485392" y="1487424"/>
                  </a:lnTo>
                  <a:lnTo>
                    <a:pt x="0" y="1487424"/>
                  </a:lnTo>
                  <a:lnTo>
                    <a:pt x="0" y="0"/>
                  </a:lnTo>
                  <a:close/>
                </a:path>
              </a:pathLst>
            </a:custGeom>
            <a:blipFill>
              <a:blip r:embed="rId2"/>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2115312" y="6473952"/>
            <a:ext cx="3389376" cy="1382268"/>
            <a:chOff x="0" y="0"/>
            <a:chExt cx="4519168" cy="1843024"/>
          </a:xfrm>
        </p:grpSpPr>
        <p:sp>
          <p:nvSpPr>
            <p:cNvPr id="5" name="Freeform 5"/>
            <p:cNvSpPr/>
            <p:nvPr/>
          </p:nvSpPr>
          <p:spPr>
            <a:xfrm>
              <a:off x="0" y="0"/>
              <a:ext cx="4519168" cy="1843024"/>
            </a:xfrm>
            <a:custGeom>
              <a:avLst/>
              <a:gdLst/>
              <a:ahLst/>
              <a:cxnLst/>
              <a:rect l="l" t="t" r="r" b="b"/>
              <a:pathLst>
                <a:path w="4519168" h="1843024">
                  <a:moveTo>
                    <a:pt x="0" y="0"/>
                  </a:moveTo>
                  <a:lnTo>
                    <a:pt x="4519168" y="0"/>
                  </a:lnTo>
                  <a:lnTo>
                    <a:pt x="4519168" y="1843024"/>
                  </a:lnTo>
                  <a:lnTo>
                    <a:pt x="0" y="1843024"/>
                  </a:lnTo>
                  <a:lnTo>
                    <a:pt x="0" y="0"/>
                  </a:lnTo>
                  <a:close/>
                </a:path>
              </a:pathLst>
            </a:custGeom>
            <a:blipFill>
              <a:blip r:embed="rId3"/>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grpSp>
      <p:sp>
        <p:nvSpPr>
          <p:cNvPr id="6" name="TextBox 6"/>
          <p:cNvSpPr txBox="1"/>
          <p:nvPr/>
        </p:nvSpPr>
        <p:spPr>
          <a:xfrm>
            <a:off x="1211885" y="962463"/>
            <a:ext cx="5272230" cy="282065"/>
          </a:xfrm>
          <a:prstGeom prst="rect">
            <a:avLst/>
          </a:prstGeom>
        </p:spPr>
        <p:txBody>
          <a:bodyPr lIns="0" tIns="0" rIns="0" bIns="0" rtlCol="0" anchor="t">
            <a:spAutoFit/>
          </a:bodyPr>
          <a:lstStyle/>
          <a:p>
            <a:pPr algn="l">
              <a:lnSpc>
                <a:spcPts val="2385"/>
              </a:lnSpc>
            </a:pPr>
            <a:r>
              <a:rPr lang="en-US" sz="1704" b="1">
                <a:solidFill>
                  <a:srgbClr val="C00000"/>
                </a:solidFill>
                <a:latin typeface="Times New Roman" panose="02020603050405020304" pitchFamily="18" charset="0"/>
                <a:ea typeface="Times New Roman Bold Italics"/>
                <a:cs typeface="Times New Roman" panose="02020603050405020304" pitchFamily="18" charset="0"/>
                <a:sym typeface="Times New Roman Bold Italics"/>
              </a:rPr>
              <a:t>VISVESVARAYA TECHNOLOGICAL UNIVERSITY</a:t>
            </a:r>
            <a:r>
              <a:rPr lang="en-US" sz="1704">
                <a:solidFill>
                  <a:srgbClr val="C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7" name="TextBox 7"/>
          <p:cNvSpPr txBox="1"/>
          <p:nvPr/>
        </p:nvSpPr>
        <p:spPr>
          <a:xfrm>
            <a:off x="2812418" y="1246984"/>
            <a:ext cx="1934508" cy="436017"/>
          </a:xfrm>
          <a:prstGeom prst="rect">
            <a:avLst/>
          </a:prstGeom>
        </p:spPr>
        <p:txBody>
          <a:bodyPr lIns="0" tIns="0" rIns="0" bIns="0" rtlCol="0" anchor="t">
            <a:spAutoFit/>
          </a:bodyPr>
          <a:lstStyle/>
          <a:p>
            <a:pPr algn="ctr">
              <a:lnSpc>
                <a:spcPts val="1463"/>
              </a:lnSpc>
            </a:pPr>
            <a:r>
              <a:rPr lang="en-US" sz="1296" spc="1">
                <a:solidFill>
                  <a:srgbClr val="C00000"/>
                </a:solidFill>
                <a:latin typeface="Times New Roman" panose="02020603050405020304" pitchFamily="18" charset="0"/>
                <a:ea typeface="Times New Roman"/>
                <a:cs typeface="Times New Roman" panose="02020603050405020304" pitchFamily="18" charset="0"/>
                <a:sym typeface="Times New Roman"/>
              </a:rPr>
              <a:t>Belagavi-590014,</a:t>
            </a:r>
            <a:r>
              <a:rPr lang="en-US" sz="1296" spc="1">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296" spc="1">
                <a:solidFill>
                  <a:srgbClr val="C00000"/>
                </a:solidFill>
                <a:latin typeface="Times New Roman" panose="02020603050405020304" pitchFamily="18" charset="0"/>
                <a:ea typeface="Times New Roman"/>
                <a:cs typeface="Times New Roman" panose="02020603050405020304" pitchFamily="18" charset="0"/>
                <a:sym typeface="Times New Roman"/>
              </a:rPr>
              <a:t>Karnataka</a:t>
            </a:r>
          </a:p>
          <a:p>
            <a:pPr algn="ctr">
              <a:lnSpc>
                <a:spcPts val="1923"/>
              </a:lnSpc>
            </a:pPr>
            <a:r>
              <a:rPr lang="en-US" sz="1704" b="1">
                <a:solidFill>
                  <a:srgbClr val="FF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8" name="TextBox 8"/>
          <p:cNvSpPr txBox="1"/>
          <p:nvPr/>
        </p:nvSpPr>
        <p:spPr>
          <a:xfrm>
            <a:off x="1263701" y="9183024"/>
            <a:ext cx="1528391" cy="199542"/>
          </a:xfrm>
          <a:prstGeom prst="rect">
            <a:avLst/>
          </a:prstGeom>
        </p:spPr>
        <p:txBody>
          <a:bodyPr lIns="0" tIns="0" rIns="0" bIns="0" rtlCol="0" anchor="t">
            <a:spAutoFit/>
          </a:bodyPr>
          <a:lstStyle/>
          <a:p>
            <a:pPr algn="l">
              <a:lnSpc>
                <a:spcPts val="1679"/>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Phone: 08482- 226949 </a:t>
            </a:r>
          </a:p>
        </p:txBody>
      </p:sp>
      <p:sp>
        <p:nvSpPr>
          <p:cNvPr id="9" name="TextBox 9"/>
          <p:cNvSpPr txBox="1"/>
          <p:nvPr/>
        </p:nvSpPr>
        <p:spPr>
          <a:xfrm>
            <a:off x="3124818" y="5454559"/>
            <a:ext cx="1424159" cy="525785"/>
          </a:xfrm>
          <a:prstGeom prst="rect">
            <a:avLst/>
          </a:prstGeom>
        </p:spPr>
        <p:txBody>
          <a:bodyPr lIns="0" tIns="0" rIns="0" bIns="0" rtlCol="0" anchor="t">
            <a:spAutoFit/>
          </a:bodyPr>
          <a:lstStyle/>
          <a:p>
            <a:pPr algn="ctr">
              <a:lnSpc>
                <a:spcPts val="1280"/>
              </a:lnSpc>
            </a:pPr>
            <a:r>
              <a:rPr lang="en-US" sz="1103"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ctr">
              <a:lnSpc>
                <a:spcPts val="1391"/>
              </a:lnSpc>
            </a:pPr>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Underthe</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guidance of</a:t>
            </a:r>
          </a:p>
          <a:p>
            <a:pPr algn="ctr">
              <a:lnSpc>
                <a:spcPts val="1391"/>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10" name="TextBox 10"/>
          <p:cNvSpPr txBox="1"/>
          <p:nvPr/>
        </p:nvSpPr>
        <p:spPr>
          <a:xfrm>
            <a:off x="3466467" y="5858987"/>
            <a:ext cx="859888" cy="179536"/>
          </a:xfrm>
          <a:prstGeom prst="rect">
            <a:avLst/>
          </a:prstGeom>
        </p:spPr>
        <p:txBody>
          <a:bodyPr lIns="0" tIns="0" rIns="0" bIns="0" rtlCol="0" anchor="t">
            <a:spAutoFit/>
          </a:bodyPr>
          <a:lstStyle/>
          <a:p>
            <a:pPr algn="l">
              <a:lnSpc>
                <a:spcPts val="1391"/>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Prof. Komal </a:t>
            </a:r>
          </a:p>
        </p:txBody>
      </p:sp>
      <p:sp>
        <p:nvSpPr>
          <p:cNvPr id="11" name="TextBox 11"/>
          <p:cNvSpPr txBox="1"/>
          <p:nvPr/>
        </p:nvSpPr>
        <p:spPr>
          <a:xfrm>
            <a:off x="1493777" y="2986573"/>
            <a:ext cx="4686243" cy="1401794"/>
          </a:xfrm>
          <a:prstGeom prst="rect">
            <a:avLst/>
          </a:prstGeom>
        </p:spPr>
        <p:txBody>
          <a:bodyPr lIns="0" tIns="0" rIns="0" bIns="0" rtlCol="0" anchor="t">
            <a:spAutoFit/>
          </a:bodyPr>
          <a:lstStyle/>
          <a:p>
            <a:pPr algn="ctr">
              <a:lnSpc>
                <a:spcPts val="1355"/>
              </a:lnSpc>
            </a:pPr>
            <a:r>
              <a:rPr lang="en-US" sz="1200"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 Synopsis </a:t>
            </a:r>
            <a:r>
              <a:rPr lang="en-US" sz="1200" spc="1" dirty="0">
                <a:solidFill>
                  <a:srgbClr val="000000"/>
                </a:solidFill>
                <a:latin typeface="Times New Roman" panose="02020603050405020304" pitchFamily="18" charset="0"/>
                <a:ea typeface="Times New Roman"/>
                <a:cs typeface="Times New Roman" panose="02020603050405020304" pitchFamily="18" charset="0"/>
                <a:sym typeface="Times New Roman"/>
              </a:rPr>
              <a:t>on </a:t>
            </a:r>
            <a:r>
              <a:rPr lang="en-US" sz="1200" b="1" spc="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a:t>
            </a:r>
            <a:r>
              <a:rPr lang="en-US" sz="1200"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a:t>
            </a:r>
            <a:r>
              <a:rPr lang="en-US" sz="1200" b="1" spc="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IntrusionDetectionSystem</a:t>
            </a:r>
            <a:r>
              <a:rPr lang="en-US" sz="1200"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t>
            </a:r>
            <a:r>
              <a:rPr lang="en-US" sz="1200" b="1" spc="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a:t>
            </a:r>
          </a:p>
          <a:p>
            <a:pPr algn="ctr">
              <a:lnSpc>
                <a:spcPts val="1355"/>
              </a:lnSpc>
            </a:pPr>
            <a:r>
              <a:rPr lang="en-US" sz="1200" spc="1" dirty="0">
                <a:solidFill>
                  <a:srgbClr val="000000"/>
                </a:solidFill>
                <a:latin typeface="Times New Roman" panose="02020603050405020304" pitchFamily="18" charset="0"/>
                <a:ea typeface="Times New Roman"/>
                <a:cs typeface="Times New Roman" panose="02020603050405020304" pitchFamily="18" charset="0"/>
                <a:sym typeface="Times New Roman"/>
              </a:rPr>
              <a:t>A dissertation work submitted towards </a:t>
            </a:r>
          </a:p>
          <a:p>
            <a:pPr algn="ctr">
              <a:lnSpc>
                <a:spcPts val="1554"/>
              </a:lnSpc>
            </a:pP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in partial fulfillment of the requirement </a:t>
            </a:r>
            <a:r>
              <a:rPr lang="en-US" sz="1200" b="1" dirty="0" err="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fortheaward</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of the degree of </a:t>
            </a:r>
          </a:p>
          <a:p>
            <a:pPr algn="ctr">
              <a:lnSpc>
                <a:spcPts val="1205"/>
              </a:lnSpc>
            </a:pP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Bachelor</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of</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Engineering</a:t>
            </a:r>
          </a:p>
          <a:p>
            <a:pPr algn="ctr">
              <a:lnSpc>
                <a:spcPts val="1554"/>
              </a:lnSpc>
            </a:pPr>
            <a:r>
              <a:rPr lang="en-US" sz="1200" b="1" spc="2"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in</a:t>
            </a:r>
          </a:p>
          <a:p>
            <a:pPr algn="ctr">
              <a:lnSpc>
                <a:spcPts val="1205"/>
              </a:lnSpc>
            </a:pP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Information Science and Engineering</a:t>
            </a:r>
            <a:r>
              <a:rPr lang="en-US" sz="1200" dirty="0">
                <a:solidFill>
                  <a:srgbClr val="002060"/>
                </a:solidFill>
                <a:latin typeface="Times New Roman" panose="02020603050405020304" pitchFamily="18" charset="0"/>
                <a:ea typeface="Times New Roman"/>
                <a:cs typeface="Times New Roman" panose="02020603050405020304" pitchFamily="18" charset="0"/>
                <a:sym typeface="Times New Roman"/>
              </a:rPr>
              <a:t> </a:t>
            </a:r>
          </a:p>
          <a:p>
            <a:pPr algn="ctr">
              <a:lnSpc>
                <a:spcPts val="3000"/>
              </a:lnSpc>
            </a:pPr>
            <a:r>
              <a:rPr lang="en-US" sz="1200" spc="1" dirty="0">
                <a:solidFill>
                  <a:srgbClr val="000000"/>
                </a:solidFill>
                <a:latin typeface="Times New Roman" panose="02020603050405020304" pitchFamily="18" charset="0"/>
                <a:ea typeface="Times New Roman"/>
                <a:cs typeface="Times New Roman" panose="02020603050405020304" pitchFamily="18" charset="0"/>
                <a:sym typeface="Times New Roman"/>
              </a:rPr>
              <a:t>Submitted by</a:t>
            </a:r>
          </a:p>
        </p:txBody>
      </p:sp>
      <p:sp>
        <p:nvSpPr>
          <p:cNvPr id="14" name="TextBox 14"/>
          <p:cNvSpPr txBox="1"/>
          <p:nvPr/>
        </p:nvSpPr>
        <p:spPr>
          <a:xfrm>
            <a:off x="2912230" y="4525528"/>
            <a:ext cx="1034815" cy="553998"/>
          </a:xfrm>
          <a:prstGeom prst="rect">
            <a:avLst/>
          </a:prstGeom>
        </p:spPr>
        <p:txBody>
          <a:bodyPr lIns="0" tIns="0" rIns="0" bIns="0" rtlCol="0" anchor="t">
            <a:spAutoFit/>
          </a:bodyPr>
          <a:lstStyle/>
          <a:p>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Devika</a:t>
            </a:r>
          </a:p>
          <a:p>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Divya</a:t>
            </a:r>
          </a:p>
          <a:p>
            <a:pPr algn="l"/>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Nivedita.S.Patil</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15" name="TextBox 15"/>
          <p:cNvSpPr txBox="1"/>
          <p:nvPr/>
        </p:nvSpPr>
        <p:spPr>
          <a:xfrm>
            <a:off x="3970034" y="4512878"/>
            <a:ext cx="989295" cy="738664"/>
          </a:xfrm>
          <a:prstGeom prst="rect">
            <a:avLst/>
          </a:prstGeom>
        </p:spPr>
        <p:txBody>
          <a:bodyPr lIns="0" tIns="0" rIns="0" bIns="0" rtlCol="0" anchor="t">
            <a:spAutoFit/>
          </a:bodyPr>
          <a:lstStyle/>
          <a:p>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(3GN23IS016) </a:t>
            </a:r>
          </a:p>
          <a:p>
            <a:pPr algn="l"/>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(3GN23IS018)</a:t>
            </a:r>
          </a:p>
          <a:p>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(3GN23IS033) </a:t>
            </a:r>
          </a:p>
          <a:p>
            <a:pPr algn="l"/>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17" name="TextBox 17"/>
          <p:cNvSpPr txBox="1"/>
          <p:nvPr/>
        </p:nvSpPr>
        <p:spPr>
          <a:xfrm>
            <a:off x="4464682" y="9183024"/>
            <a:ext cx="1870424" cy="199542"/>
          </a:xfrm>
          <a:prstGeom prst="rect">
            <a:avLst/>
          </a:prstGeom>
        </p:spPr>
        <p:txBody>
          <a:bodyPr lIns="0" tIns="0" rIns="0" bIns="0" rtlCol="0" anchor="t">
            <a:spAutoFit/>
          </a:bodyPr>
          <a:lstStyle/>
          <a:p>
            <a:pPr algn="l">
              <a:lnSpc>
                <a:spcPts val="1679"/>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Website: www.gndecb.ac.in </a:t>
            </a:r>
          </a:p>
        </p:txBody>
      </p:sp>
      <p:sp>
        <p:nvSpPr>
          <p:cNvPr id="18" name="TextBox 18"/>
          <p:cNvSpPr txBox="1"/>
          <p:nvPr/>
        </p:nvSpPr>
        <p:spPr>
          <a:xfrm>
            <a:off x="5507479" y="7639155"/>
            <a:ext cx="35757" cy="244747"/>
          </a:xfrm>
          <a:prstGeom prst="rect">
            <a:avLst/>
          </a:prstGeom>
        </p:spPr>
        <p:txBody>
          <a:bodyPr lIns="0" tIns="0" rIns="0" bIns="0" rtlCol="0" anchor="t">
            <a:spAutoFit/>
          </a:bodyPr>
          <a:lstStyle/>
          <a:p>
            <a:pPr algn="l">
              <a:lnSpc>
                <a:spcPts val="2170"/>
              </a:lnSpc>
            </a:pPr>
            <a:r>
              <a:rPr lang="en-US" sz="1103">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19" name="TextBox 19"/>
          <p:cNvSpPr txBox="1"/>
          <p:nvPr/>
        </p:nvSpPr>
        <p:spPr>
          <a:xfrm>
            <a:off x="1018337" y="7749178"/>
            <a:ext cx="5675224" cy="878959"/>
          </a:xfrm>
          <a:prstGeom prst="rect">
            <a:avLst/>
          </a:prstGeom>
        </p:spPr>
        <p:txBody>
          <a:bodyPr lIns="0" tIns="0" rIns="0" bIns="0" rtlCol="0" anchor="t">
            <a:spAutoFit/>
          </a:bodyPr>
          <a:lstStyle/>
          <a:p>
            <a:pPr algn="ctr">
              <a:lnSpc>
                <a:spcPts val="2760"/>
              </a:lnSpc>
            </a:pPr>
            <a:r>
              <a:rPr lang="en-US" sz="1403"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DEPARTMENT OF INFORMATION SCIENCE AND ENGINEERING </a:t>
            </a:r>
          </a:p>
          <a:p>
            <a:pPr algn="ctr">
              <a:lnSpc>
                <a:spcPts val="701"/>
              </a:lnSpc>
            </a:pPr>
            <a:r>
              <a:rPr lang="en-US" sz="1403"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GURU NANAK DEV ENGINEERING COLLEGE BIDAR </a:t>
            </a:r>
          </a:p>
          <a:p>
            <a:pPr algn="ctr">
              <a:lnSpc>
                <a:spcPts val="2514"/>
              </a:lnSpc>
            </a:pPr>
            <a:r>
              <a:rPr lang="en-US" sz="1403"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MAILOOR ROAD, BIDAR-585403, KARNATAKA </a:t>
            </a:r>
          </a:p>
          <a:p>
            <a:pPr algn="ctr">
              <a:lnSpc>
                <a:spcPts val="701"/>
              </a:lnSpc>
            </a:pPr>
            <a:r>
              <a:rPr lang="en-US" sz="1403"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Academic Year: 2025-26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56258" y="3486026"/>
            <a:ext cx="1411481" cy="19812"/>
          </a:xfrm>
          <a:custGeom>
            <a:avLst/>
            <a:gdLst/>
            <a:ahLst/>
            <a:cxnLst/>
            <a:rect l="l" t="t" r="r" b="b"/>
            <a:pathLst>
              <a:path w="1411481" h="19812">
                <a:moveTo>
                  <a:pt x="0" y="0"/>
                </a:moveTo>
                <a:lnTo>
                  <a:pt x="1411481" y="0"/>
                </a:lnTo>
                <a:lnTo>
                  <a:pt x="1411481" y="19812"/>
                </a:lnTo>
                <a:lnTo>
                  <a:pt x="0" y="198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grpSp>
        <p:nvGrpSpPr>
          <p:cNvPr id="3" name="Group 3"/>
          <p:cNvGrpSpPr/>
          <p:nvPr/>
        </p:nvGrpSpPr>
        <p:grpSpPr>
          <a:xfrm>
            <a:off x="3251070" y="1488451"/>
            <a:ext cx="880872" cy="923544"/>
            <a:chOff x="0" y="0"/>
            <a:chExt cx="1174496" cy="1231392"/>
          </a:xfrm>
        </p:grpSpPr>
        <p:sp>
          <p:nvSpPr>
            <p:cNvPr id="4" name="Freeform 4"/>
            <p:cNvSpPr/>
            <p:nvPr/>
          </p:nvSpPr>
          <p:spPr>
            <a:xfrm>
              <a:off x="0" y="0"/>
              <a:ext cx="1174496" cy="1231392"/>
            </a:xfrm>
            <a:custGeom>
              <a:avLst/>
              <a:gdLst/>
              <a:ahLst/>
              <a:cxnLst/>
              <a:rect l="l" t="t" r="r" b="b"/>
              <a:pathLst>
                <a:path w="1174496" h="1231392">
                  <a:moveTo>
                    <a:pt x="0" y="0"/>
                  </a:moveTo>
                  <a:lnTo>
                    <a:pt x="1174496" y="0"/>
                  </a:lnTo>
                  <a:lnTo>
                    <a:pt x="1174496" y="1231392"/>
                  </a:lnTo>
                  <a:lnTo>
                    <a:pt x="0" y="1231392"/>
                  </a:lnTo>
                  <a:lnTo>
                    <a:pt x="0" y="0"/>
                  </a:lnTo>
                  <a:close/>
                </a:path>
              </a:pathLst>
            </a:custGeom>
            <a:blipFill>
              <a:blip r:embed="rId3"/>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grpSp>
      <p:sp>
        <p:nvSpPr>
          <p:cNvPr id="5" name="TextBox 5"/>
          <p:cNvSpPr txBox="1"/>
          <p:nvPr/>
        </p:nvSpPr>
        <p:spPr>
          <a:xfrm>
            <a:off x="896426" y="3233719"/>
            <a:ext cx="5873344" cy="3351046"/>
          </a:xfrm>
          <a:prstGeom prst="rect">
            <a:avLst/>
          </a:prstGeom>
        </p:spPr>
        <p:txBody>
          <a:bodyPr lIns="0" tIns="0" rIns="0" bIns="0" rtlCol="0" anchor="t">
            <a:spAutoFit/>
          </a:bodyPr>
          <a:lstStyle/>
          <a:p>
            <a:pPr algn="l">
              <a:lnSpc>
                <a:spcPts val="2234"/>
              </a:lnSpc>
            </a:pPr>
            <a:r>
              <a:rPr lang="en-US" sz="1596" b="1" spc="3"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CERTIFICATE</a:t>
            </a:r>
            <a:r>
              <a:rPr lang="en-US" sz="1596" spc="3"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l">
              <a:lnSpc>
                <a:spcPts val="2234"/>
              </a:lnSpc>
            </a:pPr>
            <a:r>
              <a:rPr lang="en-US" sz="1596" spc="3"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l">
              <a:lnSpc>
                <a:spcPts val="2234"/>
              </a:lnSpc>
            </a:pPr>
            <a:endParaRPr lang="en-US" sz="1596" spc="3"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just">
              <a:lnSpc>
                <a:spcPts val="2234"/>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This is to certify that the Report entitled </a:t>
            </a:r>
            <a:r>
              <a:rPr lang="en-US" sz="1200" dirty="0">
                <a:solidFill>
                  <a:srgbClr val="002060"/>
                </a:solidFill>
                <a:latin typeface="Times New Roman" panose="02020603050405020304" pitchFamily="18" charset="0"/>
                <a:ea typeface="Times New Roman"/>
                <a:cs typeface="Times New Roman" panose="02020603050405020304" pitchFamily="18" charset="0"/>
                <a:sym typeface="Times New Roman"/>
              </a:rPr>
              <a:t>“</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a:t>
            </a:r>
            <a:r>
              <a:rPr lang="en-US" sz="1200" dirty="0">
                <a:solidFill>
                  <a:srgbClr val="002060"/>
                </a:solidFill>
                <a:latin typeface="Times New Roman" panose="02020603050405020304" pitchFamily="18" charset="0"/>
                <a:ea typeface="Times New Roman"/>
                <a:cs typeface="Times New Roman" panose="02020603050405020304" pitchFamily="18" charset="0"/>
                <a:sym typeface="Times New Roman"/>
              </a:rPr>
              <a:t>”</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is a </a:t>
            </a:r>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bonafide</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work carried out </a:t>
            </a:r>
            <a:r>
              <a:rPr lang="en-US" sz="1200" dirty="0">
                <a:solidFill>
                  <a:srgbClr val="002060"/>
                </a:solidFill>
                <a:latin typeface="Times New Roman" panose="02020603050405020304" pitchFamily="18" charset="0"/>
                <a:ea typeface="Times New Roman"/>
                <a:cs typeface="Times New Roman" panose="02020603050405020304" pitchFamily="18" charset="0"/>
                <a:sym typeface="Times New Roman"/>
              </a:rPr>
              <a:t>by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Devika (3GN23IS016), Divya (3GN23IS018), Nivedita S </a:t>
            </a:r>
            <a:r>
              <a:rPr lang="en-US" sz="1200" b="1" dirty="0" err="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patil</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(3GN23IS033) </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in practical fulfillment of the requirements for the award of Bachelor of Engineering in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VI Semester in B.E in Information Science and Engineering of Visvesvaraya Technological University, Belagavi</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during the year 2025-26. It is certified that all the corrections/suggestions indicated for Internal Assessment have been incorporated in the synopsis report deposited in the department library. The synopsis report has been approved as it satisfies the academic requirements in respect of major project work prescribed for the said degree. </a:t>
            </a:r>
          </a:p>
        </p:txBody>
      </p:sp>
      <p:sp>
        <p:nvSpPr>
          <p:cNvPr id="6" name="TextBox 6"/>
          <p:cNvSpPr txBox="1"/>
          <p:nvPr/>
        </p:nvSpPr>
        <p:spPr>
          <a:xfrm>
            <a:off x="1537973" y="841143"/>
            <a:ext cx="4590250" cy="481670"/>
          </a:xfrm>
          <a:prstGeom prst="rect">
            <a:avLst/>
          </a:prstGeom>
        </p:spPr>
        <p:txBody>
          <a:bodyPr lIns="0" tIns="0" rIns="0" bIns="0" rtlCol="0" anchor="t">
            <a:spAutoFit/>
          </a:bodyPr>
          <a:lstStyle/>
          <a:p>
            <a:pPr algn="ctr">
              <a:lnSpc>
                <a:spcPts val="2234"/>
              </a:lnSpc>
            </a:pPr>
            <a:r>
              <a:rPr lang="en-US" sz="1596" b="1" spc="3">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GURU NANAK DEV ENGINEERING COLLEGE</a:t>
            </a:r>
            <a:r>
              <a:rPr lang="en-US" sz="1596" spc="3">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ctr">
              <a:lnSpc>
                <a:spcPts val="1679"/>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BIDAR-585403, KARNATAKA </a:t>
            </a:r>
          </a:p>
        </p:txBody>
      </p:sp>
      <p:sp>
        <p:nvSpPr>
          <p:cNvPr id="7" name="TextBox 7"/>
          <p:cNvSpPr txBox="1"/>
          <p:nvPr/>
        </p:nvSpPr>
        <p:spPr>
          <a:xfrm>
            <a:off x="1111250" y="7767737"/>
            <a:ext cx="1676095" cy="553998"/>
          </a:xfrm>
          <a:prstGeom prst="rect">
            <a:avLst/>
          </a:prstGeom>
        </p:spPr>
        <p:txBody>
          <a:bodyPr wrap="square" lIns="0" tIns="0" rIns="0" bIns="0" rtlCol="0" anchor="t">
            <a:spAutoFit/>
          </a:bodyPr>
          <a:lstStyle/>
          <a:p>
            <a:pPr algn="l"/>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Signature of Guide</a:t>
            </a:r>
          </a:p>
          <a:p>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Prof.Komal</a:t>
            </a:r>
            <a:endPar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endPar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endParaRPr>
          </a:p>
        </p:txBody>
      </p:sp>
      <p:sp>
        <p:nvSpPr>
          <p:cNvPr id="9" name="TextBox 9"/>
          <p:cNvSpPr txBox="1"/>
          <p:nvPr/>
        </p:nvSpPr>
        <p:spPr>
          <a:xfrm>
            <a:off x="4387850" y="7708900"/>
            <a:ext cx="1268378" cy="553998"/>
          </a:xfrm>
          <a:prstGeom prst="rect">
            <a:avLst/>
          </a:prstGeom>
        </p:spPr>
        <p:txBody>
          <a:bodyPr lIns="0" tIns="0" rIns="0" bIns="0" rtlCol="0" anchor="t">
            <a:spAutoFit/>
          </a:bodyPr>
          <a:lstStyle/>
          <a:p>
            <a:pPr algn="ct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Signature of HOD </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Dr. </a:t>
            </a:r>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Masarath</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Begum</a:t>
            </a:r>
          </a:p>
        </p:txBody>
      </p:sp>
      <p:sp>
        <p:nvSpPr>
          <p:cNvPr id="10" name="TextBox 10"/>
          <p:cNvSpPr txBox="1"/>
          <p:nvPr/>
        </p:nvSpPr>
        <p:spPr>
          <a:xfrm>
            <a:off x="4101970" y="2344969"/>
            <a:ext cx="38862" cy="179536"/>
          </a:xfrm>
          <a:prstGeom prst="rect">
            <a:avLst/>
          </a:prstGeom>
        </p:spPr>
        <p:txBody>
          <a:bodyPr lIns="0" tIns="0" rIns="0" bIns="0" rtlCol="0" anchor="t">
            <a:spAutoFit/>
          </a:bodyPr>
          <a:lstStyle/>
          <a:p>
            <a:pPr algn="l">
              <a:lnSpc>
                <a:spcPts val="1368"/>
              </a:lnSpc>
            </a:pPr>
            <a:r>
              <a:rPr lang="en-US" sz="1200"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11" name="TextBox 11"/>
          <p:cNvSpPr txBox="1"/>
          <p:nvPr/>
        </p:nvSpPr>
        <p:spPr>
          <a:xfrm>
            <a:off x="1401375" y="2532893"/>
            <a:ext cx="4863446" cy="361464"/>
          </a:xfrm>
          <a:prstGeom prst="rect">
            <a:avLst/>
          </a:prstGeom>
        </p:spPr>
        <p:txBody>
          <a:bodyPr lIns="0" tIns="0" rIns="0" bIns="0" rtlCol="0" anchor="t">
            <a:spAutoFit/>
          </a:bodyPr>
          <a:lstStyle/>
          <a:p>
            <a:pPr algn="ctr">
              <a:lnSpc>
                <a:spcPts val="1368"/>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DEPARTMENTOF INFORMATION SCIENCE AND ENGINEERING </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Accredited by National Board of Accreditation, New Delhi </a:t>
            </a:r>
          </a:p>
        </p:txBody>
      </p:sp>
      <p:grpSp>
        <p:nvGrpSpPr>
          <p:cNvPr id="12" name="Group 3">
            <a:extLst>
              <a:ext uri="{FF2B5EF4-FFF2-40B4-BE49-F238E27FC236}">
                <a16:creationId xmlns:a16="http://schemas.microsoft.com/office/drawing/2014/main" id="{6641299E-7049-E8F5-5E12-B864C433027F}"/>
              </a:ext>
            </a:extLst>
          </p:cNvPr>
          <p:cNvGrpSpPr/>
          <p:nvPr/>
        </p:nvGrpSpPr>
        <p:grpSpPr>
          <a:xfrm>
            <a:off x="2590800" y="1472565"/>
            <a:ext cx="2333625" cy="1008507"/>
            <a:chOff x="0" y="0"/>
            <a:chExt cx="3111500" cy="1344676"/>
          </a:xfrm>
        </p:grpSpPr>
        <p:sp>
          <p:nvSpPr>
            <p:cNvPr id="13" name="Freeform 4">
              <a:extLst>
                <a:ext uri="{FF2B5EF4-FFF2-40B4-BE49-F238E27FC236}">
                  <a16:creationId xmlns:a16="http://schemas.microsoft.com/office/drawing/2014/main" id="{E30F75BB-9F12-1BA7-47D2-BDDC0BFF90CC}"/>
                </a:ext>
              </a:extLst>
            </p:cNvPr>
            <p:cNvSpPr/>
            <p:nvPr/>
          </p:nvSpPr>
          <p:spPr>
            <a:xfrm>
              <a:off x="0" y="0"/>
              <a:ext cx="3111500" cy="1344676"/>
            </a:xfrm>
            <a:custGeom>
              <a:avLst/>
              <a:gdLst/>
              <a:ahLst/>
              <a:cxnLst/>
              <a:rect l="l" t="t" r="r" b="b"/>
              <a:pathLst>
                <a:path w="3111500" h="1344676">
                  <a:moveTo>
                    <a:pt x="0" y="0"/>
                  </a:moveTo>
                  <a:lnTo>
                    <a:pt x="3111500" y="0"/>
                  </a:lnTo>
                  <a:lnTo>
                    <a:pt x="3111500" y="1344676"/>
                  </a:lnTo>
                  <a:lnTo>
                    <a:pt x="0" y="1344676"/>
                  </a:lnTo>
                  <a:lnTo>
                    <a:pt x="0" y="0"/>
                  </a:lnTo>
                  <a:close/>
                </a:path>
              </a:pathLst>
            </a:custGeom>
            <a:blipFill>
              <a:blip r:embed="rId4"/>
              <a:stretch>
                <a:fillRect b="-113"/>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749678" y="9251537"/>
            <a:ext cx="57474" cy="259558"/>
          </a:xfrm>
          <a:prstGeom prst="rect">
            <a:avLst/>
          </a:prstGeom>
        </p:spPr>
        <p:txBody>
          <a:bodyPr lIns="0" tIns="0" rIns="0" bIns="0" rtlCol="0" anchor="t">
            <a:spAutoFit/>
          </a:bodyPr>
          <a:lstStyle/>
          <a:p>
            <a:pPr algn="l">
              <a:lnSpc>
                <a:spcPts val="2234"/>
              </a:lnSpc>
            </a:pPr>
            <a:r>
              <a:rPr lang="en-US" sz="1596"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i</a:t>
            </a:r>
          </a:p>
        </p:txBody>
      </p:sp>
      <p:sp>
        <p:nvSpPr>
          <p:cNvPr id="3" name="TextBox 3"/>
          <p:cNvSpPr txBox="1"/>
          <p:nvPr/>
        </p:nvSpPr>
        <p:spPr>
          <a:xfrm>
            <a:off x="2637158" y="1202331"/>
            <a:ext cx="2379002" cy="259558"/>
          </a:xfrm>
          <a:prstGeom prst="rect">
            <a:avLst/>
          </a:prstGeom>
        </p:spPr>
        <p:txBody>
          <a:bodyPr lIns="0" tIns="0" rIns="0" bIns="0" rtlCol="0" anchor="t">
            <a:spAutoFit/>
          </a:bodyPr>
          <a:lstStyle/>
          <a:p>
            <a:pPr algn="l">
              <a:lnSpc>
                <a:spcPts val="2234"/>
              </a:lnSpc>
            </a:pPr>
            <a:r>
              <a:rPr lang="en-US" sz="1596" b="1" spc="3">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ACKNOWLEDGEMENT </a:t>
            </a:r>
          </a:p>
        </p:txBody>
      </p:sp>
      <p:sp>
        <p:nvSpPr>
          <p:cNvPr id="4" name="TextBox 4"/>
          <p:cNvSpPr txBox="1"/>
          <p:nvPr/>
        </p:nvSpPr>
        <p:spPr>
          <a:xfrm>
            <a:off x="3877941" y="6122832"/>
            <a:ext cx="2414909" cy="738664"/>
          </a:xfrm>
          <a:prstGeom prst="rect">
            <a:avLst/>
          </a:prstGeom>
        </p:spPr>
        <p:txBody>
          <a:bodyPr wrap="square" lIns="0" tIns="0" rIns="0" bIns="0" rtlCol="0" anchor="t">
            <a:spAutoFit/>
          </a:bodyPr>
          <a:lstStyle/>
          <a:p>
            <a:pPr marL="228600" indent="-228600" algn="l">
              <a:buAutoNum type="arabicPeriod"/>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Devika(3GN23IS016</a:t>
            </a:r>
          </a:p>
          <a:p>
            <a:pPr marL="228600" indent="-228600" algn="l">
              <a:buAutoNum type="arabicPeriod"/>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Divya(3GN23IS018)</a:t>
            </a:r>
          </a:p>
          <a:p>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   </a:t>
            </a:r>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Nivedita.S.Patil</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(3GN23IS033) </a:t>
            </a:r>
          </a:p>
          <a:p>
            <a:pPr algn="l"/>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6" name="TextBox 6"/>
          <p:cNvSpPr txBox="1"/>
          <p:nvPr/>
        </p:nvSpPr>
        <p:spPr>
          <a:xfrm>
            <a:off x="885944" y="1946534"/>
            <a:ext cx="5881430" cy="1043835"/>
          </a:xfrm>
          <a:prstGeom prst="rect">
            <a:avLst/>
          </a:prstGeom>
        </p:spPr>
        <p:txBody>
          <a:bodyPr lIns="0" tIns="0" rIns="0" bIns="0" rtlCol="0" anchor="t">
            <a:spAutoFit/>
          </a:bodyPr>
          <a:lstStyle/>
          <a:p>
            <a:pPr algn="just">
              <a:lnSpc>
                <a:spcPts val="2064"/>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The project synopsis report on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Network Intrusion Detection System”</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is the outcome of guidance, moral support and devotion bestowed onus throughout our work. Fort this we acknowledge and express out profound sense of gratitude and thanks to everybody who have been a source of inspiration during the project work </a:t>
            </a:r>
          </a:p>
        </p:txBody>
      </p:sp>
      <p:sp>
        <p:nvSpPr>
          <p:cNvPr id="7" name="TextBox 7"/>
          <p:cNvSpPr txBox="1"/>
          <p:nvPr/>
        </p:nvSpPr>
        <p:spPr>
          <a:xfrm>
            <a:off x="903374" y="3342731"/>
            <a:ext cx="5881583" cy="1853841"/>
          </a:xfrm>
          <a:prstGeom prst="rect">
            <a:avLst/>
          </a:prstGeom>
        </p:spPr>
        <p:txBody>
          <a:bodyPr lIns="0" tIns="0" rIns="0" bIns="0" rtlCol="0" anchor="t">
            <a:spAutoFit/>
          </a:bodyPr>
          <a:lstStyle/>
          <a:p>
            <a:pPr algn="just">
              <a:lnSpc>
                <a:spcPts val="2074"/>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First and foremost, we offer our sincere phrases of thanks with innate humility to our Principal </a:t>
            </a:r>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Dr.Veena</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S</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who has been a constant source of support and encouragement. We feel deeply indebted to our H.O.D </a:t>
            </a:r>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Dr.Masarath</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Begum</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for right help provided from the time of inception till date. I would take this opportunity to acknowledge our </a:t>
            </a:r>
            <a:r>
              <a:rPr lang="en-US" sz="1200" b="1" dirty="0" err="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Prof.Komal</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who not only stood by us as a source of inspiration, but also dedicated his time to enable us to present the project on time. We would be failing in Endeavour, if we do not thank our Co-</a:t>
            </a:r>
            <a:r>
              <a:rPr lang="en-US" sz="1200" dirty="0" err="1">
                <a:solidFill>
                  <a:srgbClr val="000000"/>
                </a:solidFill>
                <a:latin typeface="Times New Roman" panose="02020603050405020304" pitchFamily="18" charset="0"/>
                <a:ea typeface="Times New Roman"/>
                <a:cs typeface="Times New Roman" panose="02020603050405020304" pitchFamily="18" charset="0"/>
                <a:sym typeface="Times New Roman"/>
              </a:rPr>
              <a:t>ordinator</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Prof. </a:t>
            </a:r>
            <a:r>
              <a:rPr lang="en-US" sz="1200" b="1" dirty="0" err="1">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Sangameshwar</a:t>
            </a:r>
            <a:r>
              <a:rPr lang="en-US" sz="1200" b="1" dirty="0">
                <a:solidFill>
                  <a:srgbClr val="002060"/>
                </a:solidFill>
                <a:latin typeface="Times New Roman" panose="02020603050405020304" pitchFamily="18" charset="0"/>
                <a:ea typeface="Times New Roman Bold Italics"/>
                <a:cs typeface="Times New Roman" panose="02020603050405020304" pitchFamily="18" charset="0"/>
                <a:sym typeface="Times New Roman Bold Italics"/>
              </a:rPr>
              <a:t> K </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who have helped us ion every aspect of our work.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896417" y="9888931"/>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 name="TextBox 4"/>
          <p:cNvSpPr txBox="1"/>
          <p:nvPr/>
        </p:nvSpPr>
        <p:spPr>
          <a:xfrm>
            <a:off x="3239138" y="2019214"/>
            <a:ext cx="1139695"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Project Synopsis </a:t>
            </a:r>
          </a:p>
        </p:txBody>
      </p:sp>
      <p:sp>
        <p:nvSpPr>
          <p:cNvPr id="6" name="TextBox 6"/>
          <p:cNvSpPr txBox="1"/>
          <p:nvPr/>
        </p:nvSpPr>
        <p:spPr>
          <a:xfrm>
            <a:off x="1608077" y="716699"/>
            <a:ext cx="4467054" cy="324576"/>
          </a:xfrm>
          <a:prstGeom prst="rect">
            <a:avLst/>
          </a:prstGeom>
        </p:spPr>
        <p:txBody>
          <a:bodyPr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Title: Network Intrusion Detection System using Machine learning </a:t>
            </a:r>
          </a:p>
        </p:txBody>
      </p:sp>
      <p:sp>
        <p:nvSpPr>
          <p:cNvPr id="7" name="TextBox 7"/>
          <p:cNvSpPr txBox="1"/>
          <p:nvPr/>
        </p:nvSpPr>
        <p:spPr>
          <a:xfrm>
            <a:off x="1948768" y="1077279"/>
            <a:ext cx="3779977" cy="324576"/>
          </a:xfrm>
          <a:prstGeom prst="rect">
            <a:avLst/>
          </a:prstGeom>
        </p:spPr>
        <p:txBody>
          <a:bodyPr lIns="0" tIns="0" rIns="0" bIns="0" rtlCol="0" anchor="t">
            <a:spAutoFit/>
          </a:bodyPr>
          <a:lstStyle/>
          <a:p>
            <a:pPr algn="l">
              <a:lnSpc>
                <a:spcPts val="3000"/>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Broad Area: </a:t>
            </a:r>
            <a:r>
              <a:rPr lang="en-US" sz="1200" b="1" dirty="0" err="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Artifical</a:t>
            </a: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Intelligence and Machine learning </a:t>
            </a:r>
          </a:p>
        </p:txBody>
      </p:sp>
      <p:sp>
        <p:nvSpPr>
          <p:cNvPr id="8" name="TextBox 8"/>
          <p:cNvSpPr txBox="1"/>
          <p:nvPr/>
        </p:nvSpPr>
        <p:spPr>
          <a:xfrm>
            <a:off x="914705" y="2802550"/>
            <a:ext cx="5881116" cy="3181127"/>
          </a:xfrm>
          <a:prstGeom prst="rect">
            <a:avLst/>
          </a:prstGeom>
        </p:spPr>
        <p:txBody>
          <a:bodyPr lIns="0" tIns="0" rIns="0" bIns="0" rtlCol="0" anchor="t">
            <a:spAutoFit/>
          </a:bodyPr>
          <a:lstStyle/>
          <a:p>
            <a:pPr algn="just">
              <a:lnSpc>
                <a:spcPts val="2076"/>
              </a:lnSpc>
            </a:pPr>
            <a:r>
              <a:rPr lang="en-US" sz="1200" spc="8" dirty="0">
                <a:solidFill>
                  <a:srgbClr val="000000"/>
                </a:solidFill>
                <a:latin typeface="Times New Roman" panose="02020603050405020304" pitchFamily="18" charset="0"/>
                <a:ea typeface="Times New Roman"/>
                <a:cs typeface="Times New Roman" panose="02020603050405020304" pitchFamily="18" charset="0"/>
                <a:sym typeface="Times New Roman"/>
              </a:rPr>
              <a:t>The rapid growth of network-based applications has significantly increased the risk of cyber attacks, making network security a major concern. This paper presents a Machine Learning- based Network Intrusion Detection System (NIDS) designed to detect and classify malicious network activities. The proposed system collects and preprocesses network traffic data, extracts relevant features, and applies machine learning algorithms to distinguish between normal and attack traffic. The model is evaluated using performance metrics such as accuracy, precision, recall, and F1-score, demonstrating improved detection capability compared to traditional methods. Furthermore, a web-based interface is developed to provide real-time intrusion detection, graphical visualization, and user interaction. The system also incorporates live network packet capture for continuous monitoring. Experimental results indicate that the proposed approach enhances detection accuracy, reduces false positives, and provides an </a:t>
            </a:r>
          </a:p>
          <a:p>
            <a:pPr algn="just">
              <a:lnSpc>
                <a:spcPts val="1934"/>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efficient and practical solution for modern network security challenges. </a:t>
            </a:r>
          </a:p>
        </p:txBody>
      </p:sp>
      <p:sp>
        <p:nvSpPr>
          <p:cNvPr id="9" name="TextBox 9"/>
          <p:cNvSpPr txBox="1"/>
          <p:nvPr/>
        </p:nvSpPr>
        <p:spPr>
          <a:xfrm>
            <a:off x="914705" y="6517167"/>
            <a:ext cx="5880259" cy="1045359"/>
          </a:xfrm>
          <a:prstGeom prst="rect">
            <a:avLst/>
          </a:prstGeom>
        </p:spPr>
        <p:txBody>
          <a:bodyPr lIns="0" tIns="0" rIns="0" bIns="0" rtlCol="0" anchor="t">
            <a:spAutoFit/>
          </a:bodyPr>
          <a:lstStyle/>
          <a:p>
            <a:pPr algn="just">
              <a:lnSpc>
                <a:spcPts val="2076"/>
              </a:lnSpc>
            </a:pPr>
            <a:r>
              <a:rPr lang="en-US" sz="1200" spc="12" dirty="0">
                <a:solidFill>
                  <a:srgbClr val="000000"/>
                </a:solidFill>
                <a:latin typeface="Times New Roman" panose="02020603050405020304" pitchFamily="18" charset="0"/>
                <a:ea typeface="Times New Roman"/>
                <a:cs typeface="Times New Roman" panose="02020603050405020304" pitchFamily="18" charset="0"/>
                <a:sym typeface="Times New Roman"/>
              </a:rPr>
              <a:t>The rapid growth of internet usage and network-based applications has increased the risk of cyber attacks such as malware, unauthorized access, and Denial-of-Service (DoS) attacks. Traditional security systems like firewalls and signature-based intrusion detection systems are not sufficient to detect modern and unknown threats. </a:t>
            </a:r>
          </a:p>
        </p:txBody>
      </p:sp>
      <p:sp>
        <p:nvSpPr>
          <p:cNvPr id="10" name="TextBox 10"/>
          <p:cNvSpPr txBox="1"/>
          <p:nvPr/>
        </p:nvSpPr>
        <p:spPr>
          <a:xfrm>
            <a:off x="914705" y="7601874"/>
            <a:ext cx="5879068" cy="1052339"/>
          </a:xfrm>
          <a:prstGeom prst="rect">
            <a:avLst/>
          </a:prstGeom>
        </p:spPr>
        <p:txBody>
          <a:bodyPr lIns="0" tIns="0" rIns="0" bIns="0" rtlCol="0" anchor="t">
            <a:spAutoFit/>
          </a:bodyPr>
          <a:lstStyle/>
          <a:p>
            <a:pPr algn="just">
              <a:lnSpc>
                <a:spcPts val="3000"/>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To overcome these limitations, Machine Learning (ML) techniques are used to develop </a:t>
            </a:r>
          </a:p>
          <a:p>
            <a:pPr algn="just">
              <a:lnSpc>
                <a:spcPts val="1128"/>
              </a:lnSpc>
            </a:pPr>
            <a:r>
              <a:rPr lang="en-US" sz="1200" spc="8">
                <a:solidFill>
                  <a:srgbClr val="000000"/>
                </a:solidFill>
                <a:latin typeface="Times New Roman" panose="02020603050405020304" pitchFamily="18" charset="0"/>
                <a:ea typeface="Times New Roman"/>
                <a:cs typeface="Times New Roman" panose="02020603050405020304" pitchFamily="18" charset="0"/>
                <a:sym typeface="Times New Roman"/>
              </a:rPr>
              <a:t>intelligent intrusion detection systems. ML-based systems can analyze network traffic, learn </a:t>
            </a:r>
          </a:p>
          <a:p>
            <a:pPr algn="just">
              <a:lnSpc>
                <a:spcPts val="3000"/>
              </a:lnSpc>
            </a:pPr>
            <a:r>
              <a:rPr lang="en-US" sz="1200" spc="28">
                <a:solidFill>
                  <a:srgbClr val="000000"/>
                </a:solidFill>
                <a:latin typeface="Times New Roman" panose="02020603050405020304" pitchFamily="18" charset="0"/>
                <a:ea typeface="Times New Roman"/>
                <a:cs typeface="Times New Roman" panose="02020603050405020304" pitchFamily="18" charset="0"/>
                <a:sym typeface="Times New Roman"/>
              </a:rPr>
              <a:t>patterns of normal and malicious behavior, and detect anomalies in real time with higher </a:t>
            </a:r>
          </a:p>
          <a:p>
            <a:pPr algn="just">
              <a:lnSpc>
                <a:spcPts val="1128"/>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accuracy. </a:t>
            </a:r>
          </a:p>
        </p:txBody>
      </p:sp>
      <p:sp>
        <p:nvSpPr>
          <p:cNvPr id="11" name="TextBox 11"/>
          <p:cNvSpPr txBox="1"/>
          <p:nvPr/>
        </p:nvSpPr>
        <p:spPr>
          <a:xfrm>
            <a:off x="914705" y="8779926"/>
            <a:ext cx="5881583" cy="538609"/>
          </a:xfrm>
          <a:prstGeom prst="rect">
            <a:avLst/>
          </a:prstGeom>
        </p:spPr>
        <p:txBody>
          <a:bodyPr lIns="0" tIns="0" rIns="0" bIns="0" rtlCol="0" anchor="t">
            <a:spAutoFit/>
          </a:bodyPr>
          <a:lstStyle/>
          <a:p>
            <a:pPr algn="just">
              <a:lnSpc>
                <a:spcPts val="3000"/>
              </a:lnSpc>
            </a:pPr>
            <a:r>
              <a:rPr lang="en-US" sz="1200" spc="24">
                <a:solidFill>
                  <a:srgbClr val="000000"/>
                </a:solidFill>
                <a:latin typeface="Times New Roman" panose="02020603050405020304" pitchFamily="18" charset="0"/>
                <a:ea typeface="Times New Roman"/>
                <a:cs typeface="Times New Roman" panose="02020603050405020304" pitchFamily="18" charset="0"/>
                <a:sym typeface="Times New Roman"/>
              </a:rPr>
              <a:t>In this project, a Machine Learning-based Network Intrusion Detection System (NIDS) is </a:t>
            </a:r>
          </a:p>
          <a:p>
            <a:pPr algn="just">
              <a:lnSpc>
                <a:spcPts val="1152"/>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developed to monitor network traffic and classify it as normal or malicious. The system </a:t>
            </a:r>
          </a:p>
        </p:txBody>
      </p:sp>
      <p:sp>
        <p:nvSpPr>
          <p:cNvPr id="12" name="TextBox 12"/>
          <p:cNvSpPr txBox="1"/>
          <p:nvPr/>
        </p:nvSpPr>
        <p:spPr>
          <a:xfrm>
            <a:off x="896416" y="9986454"/>
            <a:ext cx="2342721" cy="177421"/>
          </a:xfrm>
          <a:prstGeom prst="rect">
            <a:avLst/>
          </a:prstGeom>
        </p:spPr>
        <p:txBody>
          <a:bodyPr wrap="square" lIns="0" tIns="0" rIns="0" bIns="0" rtlCol="0" anchor="t">
            <a:spAutoFit/>
          </a:bodyPr>
          <a:lstStyle/>
          <a:p>
            <a:pPr algn="l">
              <a:lnSpc>
                <a:spcPts val="1545"/>
              </a:lnSpc>
            </a:pPr>
            <a:r>
              <a:rPr lang="en-US" sz="1103" dirty="0">
                <a:solidFill>
                  <a:srgbClr val="000000"/>
                </a:solidFill>
                <a:latin typeface="Times New Roman" panose="02020603050405020304" pitchFamily="18" charset="0"/>
                <a:ea typeface="Calibri (MS)"/>
                <a:cs typeface="Times New Roman" panose="02020603050405020304" pitchFamily="18" charset="0"/>
                <a:sym typeface="Calibri (MS)"/>
              </a:rPr>
              <a:t>Dept. of ISE, GNDEC, Bidar</a:t>
            </a:r>
          </a:p>
        </p:txBody>
      </p:sp>
      <p:sp>
        <p:nvSpPr>
          <p:cNvPr id="13" name="TextBox 13"/>
          <p:cNvSpPr txBox="1"/>
          <p:nvPr/>
        </p:nvSpPr>
        <p:spPr>
          <a:xfrm>
            <a:off x="6369050" y="9986453"/>
            <a:ext cx="103823" cy="177421"/>
          </a:xfrm>
          <a:prstGeom prst="rect">
            <a:avLst/>
          </a:prstGeom>
        </p:spPr>
        <p:txBody>
          <a:bodyPr lIns="0" tIns="0" rIns="0" bIns="0" rtlCol="0" anchor="t">
            <a:spAutoFit/>
          </a:bodyPr>
          <a:lstStyle/>
          <a:p>
            <a:pPr algn="l">
              <a:lnSpc>
                <a:spcPts val="1545"/>
              </a:lnSpc>
            </a:pPr>
            <a:r>
              <a:rPr lang="en-US" sz="1103" dirty="0">
                <a:solidFill>
                  <a:srgbClr val="000000"/>
                </a:solidFill>
                <a:latin typeface="Times New Roman" panose="02020603050405020304" pitchFamily="18" charset="0"/>
                <a:ea typeface="Calibri (MS)"/>
                <a:cs typeface="Times New Roman" panose="02020603050405020304" pitchFamily="18" charset="0"/>
                <a:sym typeface="Calibri (MS)"/>
              </a:rPr>
              <a:t>1 </a:t>
            </a:r>
          </a:p>
        </p:txBody>
      </p:sp>
      <p:sp>
        <p:nvSpPr>
          <p:cNvPr id="14" name="TextBox 14"/>
          <p:cNvSpPr txBox="1"/>
          <p:nvPr/>
        </p:nvSpPr>
        <p:spPr>
          <a:xfrm>
            <a:off x="914705" y="2408063"/>
            <a:ext cx="721614" cy="234551"/>
          </a:xfrm>
          <a:prstGeom prst="rect">
            <a:avLst/>
          </a:prstGeom>
        </p:spPr>
        <p:txBody>
          <a:bodyPr lIns="0" tIns="0" rIns="0" bIns="0" rtlCol="0" anchor="t">
            <a:spAutoFit/>
          </a:bodyPr>
          <a:lstStyle/>
          <a:p>
            <a:pPr algn="just">
              <a:lnSpc>
                <a:spcPts val="1965"/>
              </a:lnSpc>
            </a:pPr>
            <a:r>
              <a:rPr lang="en-US" sz="1403" b="1">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Abstract </a:t>
            </a:r>
          </a:p>
        </p:txBody>
      </p:sp>
      <p:sp>
        <p:nvSpPr>
          <p:cNvPr id="15" name="TextBox 15"/>
          <p:cNvSpPr txBox="1"/>
          <p:nvPr/>
        </p:nvSpPr>
        <p:spPr>
          <a:xfrm>
            <a:off x="914705" y="6124213"/>
            <a:ext cx="1034063" cy="234551"/>
          </a:xfrm>
          <a:prstGeom prst="rect">
            <a:avLst/>
          </a:prstGeom>
        </p:spPr>
        <p:txBody>
          <a:bodyPr lIns="0" tIns="0" rIns="0" bIns="0" rtlCol="0" anchor="t">
            <a:spAutoFit/>
          </a:bodyPr>
          <a:lstStyle/>
          <a:p>
            <a:pPr algn="just">
              <a:lnSpc>
                <a:spcPts val="1965"/>
              </a:lnSpc>
            </a:pPr>
            <a:r>
              <a:rPr lang="en-US" sz="1403"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Introduction </a:t>
            </a:r>
          </a:p>
        </p:txBody>
      </p:sp>
      <p:sp>
        <p:nvSpPr>
          <p:cNvPr id="16" name="TextBox 15">
            <a:extLst>
              <a:ext uri="{FF2B5EF4-FFF2-40B4-BE49-F238E27FC236}">
                <a16:creationId xmlns:a16="http://schemas.microsoft.com/office/drawing/2014/main" id="{14CBDF3A-E688-B7F6-BDB2-963B796C2085}"/>
              </a:ext>
            </a:extLst>
          </p:cNvPr>
          <p:cNvSpPr txBox="1"/>
          <p:nvPr/>
        </p:nvSpPr>
        <p:spPr>
          <a:xfrm>
            <a:off x="736428" y="314455"/>
            <a:ext cx="6235621" cy="369332"/>
          </a:xfrm>
          <a:prstGeom prst="rect">
            <a:avLst/>
          </a:prstGeom>
          <a:noFill/>
        </p:spPr>
        <p:txBody>
          <a:bodyPr wrap="square" rtlCol="0">
            <a:spAutoFit/>
          </a:bodyPr>
          <a:lstStyle/>
          <a:p>
            <a:pPr algn="ctr"/>
            <a:r>
              <a:rPr lang="en-US" b="1" u="sng"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 using Machine learning</a:t>
            </a:r>
            <a:endParaRPr lang="en-IN" u="sn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417" y="580644"/>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3" name="Freeform 3"/>
          <p:cNvSpPr/>
          <p:nvPr/>
        </p:nvSpPr>
        <p:spPr>
          <a:xfrm>
            <a:off x="896417" y="9888931"/>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4" name="TextBox 4"/>
          <p:cNvSpPr txBox="1"/>
          <p:nvPr/>
        </p:nvSpPr>
        <p:spPr>
          <a:xfrm>
            <a:off x="914705" y="328841"/>
            <a:ext cx="4057469"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 using Machine learning</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5" name="TextBox 5"/>
          <p:cNvSpPr txBox="1"/>
          <p:nvPr/>
        </p:nvSpPr>
        <p:spPr>
          <a:xfrm>
            <a:off x="914705" y="684085"/>
            <a:ext cx="5881583" cy="1304653"/>
          </a:xfrm>
          <a:prstGeom prst="rect">
            <a:avLst/>
          </a:prstGeom>
        </p:spPr>
        <p:txBody>
          <a:bodyPr lIns="0" tIns="0" rIns="0" bIns="0" rtlCol="0" anchor="t">
            <a:spAutoFit/>
          </a:bodyPr>
          <a:lstStyle/>
          <a:p>
            <a:pPr algn="just">
              <a:lnSpc>
                <a:spcPct val="150000"/>
              </a:lnSpc>
            </a:pPr>
            <a:r>
              <a:rPr lang="en-US" sz="996"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a:p>
            <a:pPr algn="just">
              <a:lnSpc>
                <a:spcPct val="150000"/>
              </a:lnSpc>
            </a:pPr>
            <a:r>
              <a:rPr lang="en-US" sz="1200" spc="2" dirty="0">
                <a:solidFill>
                  <a:srgbClr val="000000"/>
                </a:solidFill>
                <a:latin typeface="Times New Roman" panose="02020603050405020304" pitchFamily="18" charset="0"/>
                <a:ea typeface="Times New Roman"/>
                <a:cs typeface="Times New Roman" panose="02020603050405020304" pitchFamily="18" charset="0"/>
                <a:sym typeface="Times New Roman"/>
              </a:rPr>
              <a:t>includes data preprocessing, feature extraction, model training, and real-time detection with a </a:t>
            </a:r>
          </a:p>
          <a:p>
            <a:pPr algn="just">
              <a:lnSpc>
                <a:spcPct val="150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web-based interface. The proposed system improves network security by efficiently detecting both known and  unknown cyber threats. </a:t>
            </a:r>
          </a:p>
          <a:p>
            <a:pPr algn="just">
              <a:lnSpc>
                <a:spcPct val="150000"/>
              </a:lnSpc>
            </a:pPr>
            <a:endPar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7" name="TextBox 7"/>
          <p:cNvSpPr txBox="1"/>
          <p:nvPr/>
        </p:nvSpPr>
        <p:spPr>
          <a:xfrm>
            <a:off x="1143305" y="2548433"/>
            <a:ext cx="5646515" cy="507318"/>
          </a:xfrm>
          <a:prstGeom prst="rect">
            <a:avLst/>
          </a:prstGeom>
        </p:spPr>
        <p:txBody>
          <a:bodyPr lIns="0" tIns="0" rIns="0" bIns="0" rtlCol="0" anchor="t">
            <a:spAutoFit/>
          </a:bodyPr>
          <a:lstStyle/>
          <a:p>
            <a:pPr algn="just">
              <a:lnSpc>
                <a:spcPts val="2076"/>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To develop a Machine Learning-based Network Intrusion Detection System (NIDS) for</a:t>
            </a:r>
          </a:p>
          <a:p>
            <a:pPr algn="just">
              <a:lnSpc>
                <a:spcPts val="2076"/>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18" name="TextBox 18"/>
          <p:cNvSpPr txBox="1"/>
          <p:nvPr/>
        </p:nvSpPr>
        <p:spPr>
          <a:xfrm>
            <a:off x="914705" y="6383753"/>
            <a:ext cx="1720545" cy="330668"/>
          </a:xfrm>
          <a:prstGeom prst="rect">
            <a:avLst/>
          </a:prstGeom>
        </p:spPr>
        <p:txBody>
          <a:bodyPr wrap="square" lIns="0" tIns="0" rIns="0" bIns="0" rtlCol="0" anchor="t">
            <a:spAutoFit/>
          </a:bodyPr>
          <a:lstStyle/>
          <a:p>
            <a:pPr algn="just">
              <a:lnSpc>
                <a:spcPts val="3000"/>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Scope of Project </a:t>
            </a:r>
          </a:p>
        </p:txBody>
      </p:sp>
      <p:sp>
        <p:nvSpPr>
          <p:cNvPr id="19" name="TextBox 19"/>
          <p:cNvSpPr txBox="1"/>
          <p:nvPr/>
        </p:nvSpPr>
        <p:spPr>
          <a:xfrm>
            <a:off x="914705" y="6863043"/>
            <a:ext cx="6107640" cy="526554"/>
          </a:xfrm>
          <a:prstGeom prst="rect">
            <a:avLst/>
          </a:prstGeom>
        </p:spPr>
        <p:txBody>
          <a:bodyPr wrap="square"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1. The system can be used in organizations to monitor and secure computer networks from cyber </a:t>
            </a:r>
          </a:p>
          <a:p>
            <a:pPr algn="just">
              <a:lnSpc>
                <a:spcPts val="1128"/>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attacks. </a:t>
            </a:r>
          </a:p>
        </p:txBody>
      </p:sp>
      <p:sp>
        <p:nvSpPr>
          <p:cNvPr id="20" name="TextBox 20"/>
          <p:cNvSpPr txBox="1"/>
          <p:nvPr/>
        </p:nvSpPr>
        <p:spPr>
          <a:xfrm>
            <a:off x="914705" y="7515315"/>
            <a:ext cx="6107640" cy="538609"/>
          </a:xfrm>
          <a:prstGeom prst="rect">
            <a:avLst/>
          </a:prstGeom>
        </p:spPr>
        <p:txBody>
          <a:bodyPr wrap="square" lIns="0" tIns="0" rIns="0" bIns="0" rtlCol="0" anchor="t">
            <a:spAutoFit/>
          </a:bodyPr>
          <a:lstStyle/>
          <a:p>
            <a:pPr algn="just">
              <a:lnSpc>
                <a:spcPts val="3000"/>
              </a:lnSpc>
            </a:pPr>
            <a:r>
              <a:rPr lang="en-US" sz="1200" spc="14" dirty="0">
                <a:solidFill>
                  <a:srgbClr val="000000"/>
                </a:solidFill>
                <a:latin typeface="Times New Roman" panose="02020603050405020304" pitchFamily="18" charset="0"/>
                <a:ea typeface="Times New Roman"/>
                <a:cs typeface="Times New Roman" panose="02020603050405020304" pitchFamily="18" charset="0"/>
                <a:sym typeface="Times New Roman"/>
              </a:rPr>
              <a:t>2. It is applicable in areas such as banking, education, healthcare, and cloud computing where </a:t>
            </a:r>
          </a:p>
          <a:p>
            <a:pPr algn="just">
              <a:lnSpc>
                <a:spcPts val="1152"/>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data security is critical. </a:t>
            </a:r>
          </a:p>
        </p:txBody>
      </p:sp>
      <p:sp>
        <p:nvSpPr>
          <p:cNvPr id="21" name="TextBox 21"/>
          <p:cNvSpPr txBox="1"/>
          <p:nvPr/>
        </p:nvSpPr>
        <p:spPr>
          <a:xfrm>
            <a:off x="896417" y="8167968"/>
            <a:ext cx="5781818" cy="324576"/>
          </a:xfrm>
          <a:prstGeom prst="rect">
            <a:avLst/>
          </a:prstGeom>
        </p:spPr>
        <p:txBody>
          <a:bodyPr wrap="square"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3. The project supports real-time network traffic analysis for detecting malicious activities. </a:t>
            </a:r>
          </a:p>
        </p:txBody>
      </p:sp>
      <p:sp>
        <p:nvSpPr>
          <p:cNvPr id="22" name="TextBox 22"/>
          <p:cNvSpPr txBox="1"/>
          <p:nvPr/>
        </p:nvSpPr>
        <p:spPr>
          <a:xfrm>
            <a:off x="914705" y="8509636"/>
            <a:ext cx="5410667" cy="324576"/>
          </a:xfrm>
          <a:prstGeom prst="rect">
            <a:avLst/>
          </a:prstGeom>
        </p:spPr>
        <p:txBody>
          <a:bodyPr wrap="square"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4. It can be extended to large-scale networks for enterprise-level security monitoring. </a:t>
            </a:r>
          </a:p>
        </p:txBody>
      </p:sp>
      <p:sp>
        <p:nvSpPr>
          <p:cNvPr id="23" name="TextBox 23"/>
          <p:cNvSpPr txBox="1"/>
          <p:nvPr/>
        </p:nvSpPr>
        <p:spPr>
          <a:xfrm>
            <a:off x="914705" y="8948256"/>
            <a:ext cx="5993254" cy="538609"/>
          </a:xfrm>
          <a:prstGeom prst="rect">
            <a:avLst/>
          </a:prstGeom>
        </p:spPr>
        <p:txBody>
          <a:bodyPr wrap="square" lIns="0" tIns="0" rIns="0" bIns="0" rtlCol="0" anchor="t">
            <a:spAutoFit/>
          </a:bodyPr>
          <a:lstStyle/>
          <a:p>
            <a:pPr algn="just">
              <a:lnSpc>
                <a:spcPts val="3000"/>
              </a:lnSpc>
            </a:pPr>
            <a:r>
              <a:rPr lang="en-US" sz="1200" spc="2" dirty="0">
                <a:solidFill>
                  <a:srgbClr val="000000"/>
                </a:solidFill>
                <a:latin typeface="Times New Roman" panose="02020603050405020304" pitchFamily="18" charset="0"/>
                <a:ea typeface="Times New Roman"/>
                <a:cs typeface="Times New Roman" panose="02020603050405020304" pitchFamily="18" charset="0"/>
                <a:sym typeface="Times New Roman"/>
              </a:rPr>
              <a:t>5.The system can be integrated with existing security tools like firewalls and SIEM systems for </a:t>
            </a:r>
          </a:p>
          <a:p>
            <a:pPr algn="just">
              <a:lnSpc>
                <a:spcPts val="1152"/>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better protection. </a:t>
            </a:r>
          </a:p>
        </p:txBody>
      </p:sp>
      <p:sp>
        <p:nvSpPr>
          <p:cNvPr id="24" name="TextBox 24"/>
          <p:cNvSpPr txBox="1"/>
          <p:nvPr/>
        </p:nvSpPr>
        <p:spPr>
          <a:xfrm>
            <a:off x="941217" y="9927422"/>
            <a:ext cx="1932655" cy="177421"/>
          </a:xfrm>
          <a:prstGeom prst="rect">
            <a:avLst/>
          </a:prstGeom>
        </p:spPr>
        <p:txBody>
          <a:bodyPr wrap="square" lIns="0" tIns="0" rIns="0" bIns="0" rtlCol="0" anchor="t">
            <a:spAutoFit/>
          </a:bodyPr>
          <a:lstStyle/>
          <a:p>
            <a:pPr algn="l">
              <a:lnSpc>
                <a:spcPts val="1545"/>
              </a:lnSpc>
            </a:pPr>
            <a:r>
              <a:rPr lang="en-US" sz="1103" dirty="0">
                <a:solidFill>
                  <a:srgbClr val="000000"/>
                </a:solidFill>
                <a:latin typeface="Times New Roman" panose="02020603050405020304" pitchFamily="18" charset="0"/>
                <a:ea typeface="Calibri (MS)"/>
                <a:cs typeface="Times New Roman" panose="02020603050405020304" pitchFamily="18" charset="0"/>
                <a:sym typeface="Calibri (MS)"/>
              </a:rPr>
              <a:t>Dept. of ISE, GNDEC, Bidar</a:t>
            </a:r>
          </a:p>
        </p:txBody>
      </p:sp>
      <p:sp>
        <p:nvSpPr>
          <p:cNvPr id="25" name="TextBox 25"/>
          <p:cNvSpPr txBox="1"/>
          <p:nvPr/>
        </p:nvSpPr>
        <p:spPr>
          <a:xfrm>
            <a:off x="6432794" y="9986962"/>
            <a:ext cx="103823" cy="181588"/>
          </a:xfrm>
          <a:prstGeom prst="rect">
            <a:avLst/>
          </a:prstGeom>
        </p:spPr>
        <p:txBody>
          <a:bodyPr lIns="0" tIns="0" rIns="0" bIns="0" rtlCol="0" anchor="t">
            <a:spAutoFit/>
          </a:bodyPr>
          <a:lstStyle/>
          <a:p>
            <a:pPr algn="l">
              <a:lnSpc>
                <a:spcPts val="1545"/>
              </a:lnSpc>
            </a:pPr>
            <a:r>
              <a:rPr lang="en-US" sz="1103">
                <a:solidFill>
                  <a:srgbClr val="000000"/>
                </a:solidFill>
                <a:latin typeface="Times New Roman" panose="02020603050405020304" pitchFamily="18" charset="0"/>
                <a:ea typeface="Calibri (MS)"/>
                <a:cs typeface="Times New Roman" panose="02020603050405020304" pitchFamily="18" charset="0"/>
                <a:sym typeface="Calibri (MS)"/>
              </a:rPr>
              <a:t>2 </a:t>
            </a:r>
          </a:p>
        </p:txBody>
      </p:sp>
      <p:sp>
        <p:nvSpPr>
          <p:cNvPr id="26" name="TextBox 26"/>
          <p:cNvSpPr txBox="1"/>
          <p:nvPr/>
        </p:nvSpPr>
        <p:spPr>
          <a:xfrm>
            <a:off x="914705" y="2155079"/>
            <a:ext cx="790013" cy="234551"/>
          </a:xfrm>
          <a:prstGeom prst="rect">
            <a:avLst/>
          </a:prstGeom>
        </p:spPr>
        <p:txBody>
          <a:bodyPr lIns="0" tIns="0" rIns="0" bIns="0" rtlCol="0" anchor="t">
            <a:spAutoFit/>
          </a:bodyPr>
          <a:lstStyle/>
          <a:p>
            <a:pPr algn="just">
              <a:lnSpc>
                <a:spcPts val="1965"/>
              </a:lnSpc>
            </a:pPr>
            <a:r>
              <a:rPr lang="en-US" sz="1403"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Objective </a:t>
            </a:r>
          </a:p>
        </p:txBody>
      </p:sp>
      <p:sp>
        <p:nvSpPr>
          <p:cNvPr id="27" name="TextBox 8">
            <a:extLst>
              <a:ext uri="{FF2B5EF4-FFF2-40B4-BE49-F238E27FC236}">
                <a16:creationId xmlns:a16="http://schemas.microsoft.com/office/drawing/2014/main" id="{3BDCFCE9-1369-DF18-5F5F-8986F7B2B813}"/>
              </a:ext>
            </a:extLst>
          </p:cNvPr>
          <p:cNvSpPr txBox="1"/>
          <p:nvPr/>
        </p:nvSpPr>
        <p:spPr>
          <a:xfrm>
            <a:off x="1371857" y="2822362"/>
            <a:ext cx="1502016" cy="238014"/>
          </a:xfrm>
          <a:prstGeom prst="rect">
            <a:avLst/>
          </a:prstGeom>
        </p:spPr>
        <p:txBody>
          <a:bodyPr lIns="0" tIns="0" rIns="0" bIns="0" rtlCol="0" anchor="t">
            <a:spAutoFit/>
          </a:bodyPr>
          <a:lstStyle/>
          <a:p>
            <a:pPr algn="just">
              <a:lnSpc>
                <a:spcPts val="2076"/>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detecting cyber attacks. </a:t>
            </a:r>
          </a:p>
        </p:txBody>
      </p:sp>
      <p:sp>
        <p:nvSpPr>
          <p:cNvPr id="28" name="TextBox 9">
            <a:extLst>
              <a:ext uri="{FF2B5EF4-FFF2-40B4-BE49-F238E27FC236}">
                <a16:creationId xmlns:a16="http://schemas.microsoft.com/office/drawing/2014/main" id="{C4FD1688-33A3-1406-E38A-3DD03ACF066A}"/>
              </a:ext>
            </a:extLst>
          </p:cNvPr>
          <p:cNvSpPr txBox="1"/>
          <p:nvPr/>
        </p:nvSpPr>
        <p:spPr>
          <a:xfrm>
            <a:off x="1143305" y="3118028"/>
            <a:ext cx="4326712" cy="324576"/>
          </a:xfrm>
          <a:prstGeom prst="rect">
            <a:avLst/>
          </a:prstGeom>
        </p:spPr>
        <p:txBody>
          <a:bodyPr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To analyze network traffic and classify it as normal or malicious. </a:t>
            </a:r>
          </a:p>
        </p:txBody>
      </p:sp>
      <p:sp>
        <p:nvSpPr>
          <p:cNvPr id="29" name="TextBox 10">
            <a:extLst>
              <a:ext uri="{FF2B5EF4-FFF2-40B4-BE49-F238E27FC236}">
                <a16:creationId xmlns:a16="http://schemas.microsoft.com/office/drawing/2014/main" id="{6AB3A907-7836-9010-3398-138A0126C6D5}"/>
              </a:ext>
            </a:extLst>
          </p:cNvPr>
          <p:cNvSpPr txBox="1"/>
          <p:nvPr/>
        </p:nvSpPr>
        <p:spPr>
          <a:xfrm>
            <a:off x="1143305" y="3518840"/>
            <a:ext cx="5620426" cy="324576"/>
          </a:xfrm>
          <a:prstGeom prst="rect">
            <a:avLst/>
          </a:prstGeom>
        </p:spPr>
        <p:txBody>
          <a:bodyPr lIns="0" tIns="0" rIns="0" bIns="0" rtlCol="0" anchor="t">
            <a:spAutoFit/>
          </a:bodyPr>
          <a:lstStyle/>
          <a:p>
            <a:pPr algn="just">
              <a:lnSpc>
                <a:spcPts val="3000"/>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 To apply data preprocessing and feature extraction for improving model performance. </a:t>
            </a:r>
          </a:p>
        </p:txBody>
      </p:sp>
      <p:sp>
        <p:nvSpPr>
          <p:cNvPr id="30" name="TextBox 11">
            <a:extLst>
              <a:ext uri="{FF2B5EF4-FFF2-40B4-BE49-F238E27FC236}">
                <a16:creationId xmlns:a16="http://schemas.microsoft.com/office/drawing/2014/main" id="{2FDD74B4-D0C0-0147-0CF0-6F85B58313C0}"/>
              </a:ext>
            </a:extLst>
          </p:cNvPr>
          <p:cNvSpPr txBox="1"/>
          <p:nvPr/>
        </p:nvSpPr>
        <p:spPr>
          <a:xfrm>
            <a:off x="1143305" y="3919652"/>
            <a:ext cx="5423011" cy="324576"/>
          </a:xfrm>
          <a:prstGeom prst="rect">
            <a:avLst/>
          </a:prstGeom>
        </p:spPr>
        <p:txBody>
          <a:bodyPr lIns="0" tIns="0" rIns="0" bIns="0" rtlCol="0" anchor="t">
            <a:spAutoFit/>
          </a:bodyPr>
          <a:lstStyle/>
          <a:p>
            <a:pPr algn="just">
              <a:lnSpc>
                <a:spcPts val="3000"/>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 To train and evaluate machine learning algorithms for accurate intrusion detection. </a:t>
            </a:r>
          </a:p>
        </p:txBody>
      </p:sp>
      <p:sp>
        <p:nvSpPr>
          <p:cNvPr id="31" name="TextBox 12">
            <a:extLst>
              <a:ext uri="{FF2B5EF4-FFF2-40B4-BE49-F238E27FC236}">
                <a16:creationId xmlns:a16="http://schemas.microsoft.com/office/drawing/2014/main" id="{EE8E202E-8853-9D4C-875D-9DA25B204D3D}"/>
              </a:ext>
            </a:extLst>
          </p:cNvPr>
          <p:cNvSpPr txBox="1"/>
          <p:nvPr/>
        </p:nvSpPr>
        <p:spPr>
          <a:xfrm>
            <a:off x="1143305" y="4320464"/>
            <a:ext cx="4317387" cy="324576"/>
          </a:xfrm>
          <a:prstGeom prst="rect">
            <a:avLst/>
          </a:prstGeom>
        </p:spPr>
        <p:txBody>
          <a:bodyPr lIns="0" tIns="0" rIns="0" bIns="0" rtlCol="0" anchor="t">
            <a:spAutoFit/>
          </a:bodyPr>
          <a:lstStyle/>
          <a:p>
            <a:pPr algn="just">
              <a:lnSpc>
                <a:spcPts val="3000"/>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 To detect both known and unknown network attacks in real time. </a:t>
            </a:r>
          </a:p>
        </p:txBody>
      </p:sp>
      <p:sp>
        <p:nvSpPr>
          <p:cNvPr id="32" name="TextBox 13">
            <a:extLst>
              <a:ext uri="{FF2B5EF4-FFF2-40B4-BE49-F238E27FC236}">
                <a16:creationId xmlns:a16="http://schemas.microsoft.com/office/drawing/2014/main" id="{E8264837-8546-7612-EE58-43EA064CBC02}"/>
              </a:ext>
            </a:extLst>
          </p:cNvPr>
          <p:cNvSpPr txBox="1"/>
          <p:nvPr/>
        </p:nvSpPr>
        <p:spPr>
          <a:xfrm>
            <a:off x="1143305" y="4721276"/>
            <a:ext cx="4273858" cy="324576"/>
          </a:xfrm>
          <a:prstGeom prst="rect">
            <a:avLst/>
          </a:prstGeom>
        </p:spPr>
        <p:txBody>
          <a:bodyPr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To reduce false alarms compared to traditional security systems. </a:t>
            </a:r>
          </a:p>
        </p:txBody>
      </p:sp>
      <p:sp>
        <p:nvSpPr>
          <p:cNvPr id="33" name="TextBox 14">
            <a:extLst>
              <a:ext uri="{FF2B5EF4-FFF2-40B4-BE49-F238E27FC236}">
                <a16:creationId xmlns:a16="http://schemas.microsoft.com/office/drawing/2014/main" id="{5598B295-7696-CBB9-44D1-DF64B8176E20}"/>
              </a:ext>
            </a:extLst>
          </p:cNvPr>
          <p:cNvSpPr txBox="1"/>
          <p:nvPr/>
        </p:nvSpPr>
        <p:spPr>
          <a:xfrm>
            <a:off x="1143305" y="5122088"/>
            <a:ext cx="5645591" cy="324576"/>
          </a:xfrm>
          <a:prstGeom prst="rect">
            <a:avLst/>
          </a:prstGeom>
        </p:spPr>
        <p:txBody>
          <a:bodyPr lIns="0" tIns="0" rIns="0" bIns="0" rtlCol="0" anchor="t">
            <a:spAutoFit/>
          </a:bodyPr>
          <a:lstStyle/>
          <a:p>
            <a:pPr algn="just">
              <a:lnSpc>
                <a:spcPts val="3000"/>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 To provide a simple web-based interface for monitoring and visualization of network </a:t>
            </a:r>
          </a:p>
        </p:txBody>
      </p:sp>
      <p:sp>
        <p:nvSpPr>
          <p:cNvPr id="34" name="TextBox 15">
            <a:extLst>
              <a:ext uri="{FF2B5EF4-FFF2-40B4-BE49-F238E27FC236}">
                <a16:creationId xmlns:a16="http://schemas.microsoft.com/office/drawing/2014/main" id="{9BCF64FA-0034-5829-844A-2E59BE051F36}"/>
              </a:ext>
            </a:extLst>
          </p:cNvPr>
          <p:cNvSpPr txBox="1"/>
          <p:nvPr/>
        </p:nvSpPr>
        <p:spPr>
          <a:xfrm>
            <a:off x="1371857" y="5575716"/>
            <a:ext cx="544068" cy="141834"/>
          </a:xfrm>
          <a:prstGeom prst="rect">
            <a:avLst/>
          </a:prstGeom>
        </p:spPr>
        <p:txBody>
          <a:bodyPr lIns="0" tIns="0" rIns="0" bIns="0" rtlCol="0" anchor="t">
            <a:spAutoFit/>
          </a:bodyPr>
          <a:lstStyle/>
          <a:p>
            <a:pPr algn="just">
              <a:lnSpc>
                <a:spcPts val="1131"/>
              </a:lnSpc>
            </a:pPr>
            <a:r>
              <a:rPr lang="en-US" sz="1200">
                <a:solidFill>
                  <a:srgbClr val="000000"/>
                </a:solidFill>
                <a:latin typeface="Times New Roman" panose="02020603050405020304" pitchFamily="18" charset="0"/>
                <a:ea typeface="Times New Roman"/>
                <a:cs typeface="Times New Roman" panose="02020603050405020304" pitchFamily="18" charset="0"/>
                <a:sym typeface="Times New Roman"/>
              </a:rPr>
              <a:t>activity. </a:t>
            </a:r>
          </a:p>
        </p:txBody>
      </p:sp>
      <p:sp>
        <p:nvSpPr>
          <p:cNvPr id="35" name="TextBox 16">
            <a:extLst>
              <a:ext uri="{FF2B5EF4-FFF2-40B4-BE49-F238E27FC236}">
                <a16:creationId xmlns:a16="http://schemas.microsoft.com/office/drawing/2014/main" id="{D2EF98F2-059F-1E57-89B4-B3287CD12E65}"/>
              </a:ext>
            </a:extLst>
          </p:cNvPr>
          <p:cNvSpPr txBox="1"/>
          <p:nvPr/>
        </p:nvSpPr>
        <p:spPr>
          <a:xfrm>
            <a:off x="1143305" y="5785275"/>
            <a:ext cx="114719" cy="323615"/>
          </a:xfrm>
          <a:prstGeom prst="rect">
            <a:avLst/>
          </a:prstGeom>
        </p:spPr>
        <p:txBody>
          <a:bodyPr lIns="0" tIns="0" rIns="0" bIns="0" rtlCol="0" anchor="t">
            <a:spAutoFit/>
          </a:bodyPr>
          <a:lstStyle/>
          <a:p>
            <a:pPr algn="just">
              <a:lnSpc>
                <a:spcPts val="3000"/>
              </a:lnSpc>
            </a:pPr>
            <a:r>
              <a:rPr lang="en-US" sz="1200">
                <a:solidFill>
                  <a:srgbClr val="000000"/>
                </a:solidFill>
                <a:latin typeface="Times New Roman" panose="02020603050405020304" pitchFamily="18" charset="0"/>
                <a:ea typeface="Arial"/>
                <a:cs typeface="Times New Roman" panose="02020603050405020304" pitchFamily="18" charset="0"/>
                <a:sym typeface="Arial"/>
              </a:rPr>
              <a:t> </a:t>
            </a:r>
          </a:p>
        </p:txBody>
      </p:sp>
      <p:sp>
        <p:nvSpPr>
          <p:cNvPr id="36" name="TextBox 17">
            <a:extLst>
              <a:ext uri="{FF2B5EF4-FFF2-40B4-BE49-F238E27FC236}">
                <a16:creationId xmlns:a16="http://schemas.microsoft.com/office/drawing/2014/main" id="{589BAA86-DDB0-75CA-CE7E-E4BA334C6886}"/>
              </a:ext>
            </a:extLst>
          </p:cNvPr>
          <p:cNvSpPr txBox="1"/>
          <p:nvPr/>
        </p:nvSpPr>
        <p:spPr>
          <a:xfrm>
            <a:off x="1371857" y="5795553"/>
            <a:ext cx="5017341" cy="324576"/>
          </a:xfrm>
          <a:prstGeom prst="rect">
            <a:avLst/>
          </a:prstGeom>
        </p:spPr>
        <p:txBody>
          <a:bodyPr lIns="0" tIns="0" rIns="0" bIns="0" rtlCol="0" anchor="t">
            <a:spAutoFit/>
          </a:bodyPr>
          <a:lstStyle/>
          <a:p>
            <a:pPr algn="just">
              <a:lnSpc>
                <a:spcPts val="3000"/>
              </a:lnSpc>
            </a:pP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To enhance overall network security using an intelligent and adaptive approach.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417" y="580644"/>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896417" y="9888931"/>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914705" y="328841"/>
            <a:ext cx="4057469"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 using Machine learning</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5" name="TextBox 5"/>
          <p:cNvSpPr txBox="1"/>
          <p:nvPr/>
        </p:nvSpPr>
        <p:spPr>
          <a:xfrm>
            <a:off x="914705" y="5172529"/>
            <a:ext cx="1527000" cy="330668"/>
          </a:xfrm>
          <a:prstGeom prst="rect">
            <a:avLst/>
          </a:prstGeom>
        </p:spPr>
        <p:txBody>
          <a:bodyPr wrap="square" lIns="0" tIns="0" rIns="0" bIns="0" rtlCol="0" anchor="t">
            <a:spAutoFit/>
          </a:bodyPr>
          <a:lstStyle/>
          <a:p>
            <a:pPr algn="l">
              <a:lnSpc>
                <a:spcPts val="3000"/>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Disadvantages </a:t>
            </a:r>
          </a:p>
        </p:txBody>
      </p:sp>
      <p:sp>
        <p:nvSpPr>
          <p:cNvPr id="6" name="TextBox 6"/>
          <p:cNvSpPr txBox="1"/>
          <p:nvPr/>
        </p:nvSpPr>
        <p:spPr>
          <a:xfrm>
            <a:off x="1072761" y="5639342"/>
            <a:ext cx="114719" cy="242823"/>
          </a:xfrm>
          <a:prstGeom prst="rect">
            <a:avLst/>
          </a:prstGeom>
        </p:spPr>
        <p:txBody>
          <a:bodyPr lIns="0" tIns="0" rIns="0" bIns="0" rtlCol="0" anchor="t">
            <a:spAutoFit/>
          </a:bodyPr>
          <a:lstStyle/>
          <a:p>
            <a:pPr algn="l">
              <a:lnSpc>
                <a:spcPct val="150000"/>
              </a:lnSpc>
            </a:pPr>
            <a:r>
              <a:rPr lang="en-US" sz="1200">
                <a:solidFill>
                  <a:srgbClr val="000000"/>
                </a:solidFill>
                <a:latin typeface="Arial"/>
                <a:ea typeface="Arial"/>
                <a:cs typeface="Arial"/>
                <a:sym typeface="Arial"/>
              </a:rPr>
              <a:t> </a:t>
            </a:r>
          </a:p>
        </p:txBody>
      </p:sp>
      <p:sp>
        <p:nvSpPr>
          <p:cNvPr id="7" name="TextBox 7"/>
          <p:cNvSpPr txBox="1"/>
          <p:nvPr/>
        </p:nvSpPr>
        <p:spPr>
          <a:xfrm>
            <a:off x="1269563" y="5649139"/>
            <a:ext cx="3336560" cy="243785"/>
          </a:xfrm>
          <a:prstGeom prst="rect">
            <a:avLst/>
          </a:prstGeom>
        </p:spPr>
        <p:txBody>
          <a:bodyPr lIns="0" tIns="0" rIns="0" bIns="0" rtlCol="0" anchor="t">
            <a:spAutoFit/>
          </a:bodyPr>
          <a:lstStyle/>
          <a:p>
            <a:pPr algn="l">
              <a:lnSpc>
                <a:spcPct val="150000"/>
              </a:lnSpc>
            </a:pPr>
            <a:r>
              <a:rPr lang="en-US" sz="1200" dirty="0">
                <a:solidFill>
                  <a:srgbClr val="000000"/>
                </a:solidFill>
                <a:latin typeface="Times New Roman"/>
                <a:ea typeface="Times New Roman"/>
                <a:cs typeface="Times New Roman"/>
                <a:sym typeface="Times New Roman"/>
              </a:rPr>
              <a:t>Unable to detect new or unknown (zero-day) attacks. </a:t>
            </a:r>
          </a:p>
        </p:txBody>
      </p:sp>
      <p:sp>
        <p:nvSpPr>
          <p:cNvPr id="8" name="TextBox 8"/>
          <p:cNvSpPr txBox="1"/>
          <p:nvPr/>
        </p:nvSpPr>
        <p:spPr>
          <a:xfrm>
            <a:off x="1072761" y="6040154"/>
            <a:ext cx="114719" cy="242823"/>
          </a:xfrm>
          <a:prstGeom prst="rect">
            <a:avLst/>
          </a:prstGeom>
        </p:spPr>
        <p:txBody>
          <a:bodyPr lIns="0" tIns="0" rIns="0" bIns="0" rtlCol="0" anchor="t">
            <a:spAutoFit/>
          </a:bodyPr>
          <a:lstStyle/>
          <a:p>
            <a:pPr algn="l">
              <a:lnSpc>
                <a:spcPct val="150000"/>
              </a:lnSpc>
            </a:pPr>
            <a:r>
              <a:rPr lang="en-US" sz="1200">
                <a:solidFill>
                  <a:srgbClr val="000000"/>
                </a:solidFill>
                <a:latin typeface="Arial"/>
                <a:ea typeface="Arial"/>
                <a:cs typeface="Arial"/>
                <a:sym typeface="Arial"/>
              </a:rPr>
              <a:t> </a:t>
            </a:r>
          </a:p>
        </p:txBody>
      </p:sp>
      <p:sp>
        <p:nvSpPr>
          <p:cNvPr id="9" name="TextBox 9"/>
          <p:cNvSpPr txBox="1"/>
          <p:nvPr/>
        </p:nvSpPr>
        <p:spPr>
          <a:xfrm>
            <a:off x="1301313" y="6050432"/>
            <a:ext cx="2915298" cy="243785"/>
          </a:xfrm>
          <a:prstGeom prst="rect">
            <a:avLst/>
          </a:prstGeom>
        </p:spPr>
        <p:txBody>
          <a:bodyPr lIns="0" tIns="0" rIns="0" bIns="0" rtlCol="0" anchor="t">
            <a:spAutoFit/>
          </a:bodyPr>
          <a:lstStyle/>
          <a:p>
            <a:pPr algn="l">
              <a:lnSpc>
                <a:spcPct val="150000"/>
              </a:lnSpc>
            </a:pPr>
            <a:r>
              <a:rPr lang="en-US" sz="1200">
                <a:solidFill>
                  <a:srgbClr val="000000"/>
                </a:solidFill>
                <a:latin typeface="Times New Roman"/>
                <a:ea typeface="Times New Roman"/>
                <a:cs typeface="Times New Roman"/>
                <a:sym typeface="Times New Roman"/>
              </a:rPr>
              <a:t>Depends only on predefined attack signatures. </a:t>
            </a:r>
          </a:p>
        </p:txBody>
      </p:sp>
      <p:sp>
        <p:nvSpPr>
          <p:cNvPr id="10" name="TextBox 10"/>
          <p:cNvSpPr txBox="1"/>
          <p:nvPr/>
        </p:nvSpPr>
        <p:spPr>
          <a:xfrm>
            <a:off x="1072761" y="6440966"/>
            <a:ext cx="114719" cy="242823"/>
          </a:xfrm>
          <a:prstGeom prst="rect">
            <a:avLst/>
          </a:prstGeom>
        </p:spPr>
        <p:txBody>
          <a:bodyPr lIns="0" tIns="0" rIns="0" bIns="0" rtlCol="0" anchor="t">
            <a:spAutoFit/>
          </a:bodyPr>
          <a:lstStyle/>
          <a:p>
            <a:pPr algn="l">
              <a:lnSpc>
                <a:spcPct val="150000"/>
              </a:lnSpc>
            </a:pPr>
            <a:r>
              <a:rPr lang="en-US" sz="1200">
                <a:solidFill>
                  <a:srgbClr val="000000"/>
                </a:solidFill>
                <a:latin typeface="Arial"/>
                <a:ea typeface="Arial"/>
                <a:cs typeface="Arial"/>
                <a:sym typeface="Arial"/>
              </a:rPr>
              <a:t> </a:t>
            </a:r>
          </a:p>
        </p:txBody>
      </p:sp>
      <p:sp>
        <p:nvSpPr>
          <p:cNvPr id="11" name="TextBox 11"/>
          <p:cNvSpPr txBox="1"/>
          <p:nvPr/>
        </p:nvSpPr>
        <p:spPr>
          <a:xfrm>
            <a:off x="1301313" y="6451244"/>
            <a:ext cx="2974372" cy="243785"/>
          </a:xfrm>
          <a:prstGeom prst="rect">
            <a:avLst/>
          </a:prstGeom>
        </p:spPr>
        <p:txBody>
          <a:bodyPr lIns="0" tIns="0" rIns="0" bIns="0" rtlCol="0" anchor="t">
            <a:spAutoFit/>
          </a:bodyPr>
          <a:lstStyle/>
          <a:p>
            <a:pPr algn="l">
              <a:lnSpc>
                <a:spcPct val="150000"/>
              </a:lnSpc>
            </a:pPr>
            <a:r>
              <a:rPr lang="en-US" sz="1200">
                <a:solidFill>
                  <a:srgbClr val="000000"/>
                </a:solidFill>
                <a:latin typeface="Times New Roman"/>
                <a:ea typeface="Times New Roman"/>
                <a:cs typeface="Times New Roman"/>
                <a:sym typeface="Times New Roman"/>
              </a:rPr>
              <a:t>High rate of false positives and false negatives. </a:t>
            </a:r>
          </a:p>
        </p:txBody>
      </p:sp>
      <p:sp>
        <p:nvSpPr>
          <p:cNvPr id="12" name="TextBox 12"/>
          <p:cNvSpPr txBox="1"/>
          <p:nvPr/>
        </p:nvSpPr>
        <p:spPr>
          <a:xfrm>
            <a:off x="1072761" y="6841778"/>
            <a:ext cx="3763994" cy="243785"/>
          </a:xfrm>
          <a:prstGeom prst="rect">
            <a:avLst/>
          </a:prstGeom>
        </p:spPr>
        <p:txBody>
          <a:bodyPr lIns="0" tIns="0" rIns="0" bIns="0" rtlCol="0" anchor="t">
            <a:spAutoFit/>
          </a:bodyPr>
          <a:lstStyle/>
          <a:p>
            <a:pPr algn="l">
              <a:lnSpc>
                <a:spcPct val="150000"/>
              </a:lnSpc>
            </a:pPr>
            <a:r>
              <a:rPr lang="en-US" sz="1200" dirty="0">
                <a:solidFill>
                  <a:srgbClr val="000000"/>
                </a:solidFill>
                <a:latin typeface="Times New Roman"/>
                <a:ea typeface="Times New Roman"/>
                <a:cs typeface="Times New Roman"/>
                <a:sym typeface="Times New Roman"/>
              </a:rPr>
              <a:t>  Requires frequent manual updates to maintain accuracy. </a:t>
            </a:r>
          </a:p>
        </p:txBody>
      </p:sp>
      <p:sp>
        <p:nvSpPr>
          <p:cNvPr id="13" name="TextBox 13"/>
          <p:cNvSpPr txBox="1"/>
          <p:nvPr/>
        </p:nvSpPr>
        <p:spPr>
          <a:xfrm>
            <a:off x="1072761" y="7241628"/>
            <a:ext cx="4127744" cy="243785"/>
          </a:xfrm>
          <a:prstGeom prst="rect">
            <a:avLst/>
          </a:prstGeom>
        </p:spPr>
        <p:txBody>
          <a:bodyPr lIns="0" tIns="0" rIns="0" bIns="0" rtlCol="0" anchor="t">
            <a:spAutoFit/>
          </a:bodyPr>
          <a:lstStyle/>
          <a:p>
            <a:pPr algn="l">
              <a:lnSpc>
                <a:spcPct val="150000"/>
              </a:lnSpc>
            </a:pPr>
            <a:r>
              <a:rPr lang="en-US" sz="1200" dirty="0">
                <a:solidFill>
                  <a:srgbClr val="000000"/>
                </a:solidFill>
                <a:latin typeface="Times New Roman"/>
                <a:ea typeface="Times New Roman"/>
                <a:cs typeface="Times New Roman"/>
                <a:sym typeface="Times New Roman"/>
              </a:rPr>
              <a:t>  Not suitable for real-time detection of advanced cyber threats. </a:t>
            </a:r>
          </a:p>
        </p:txBody>
      </p:sp>
      <p:sp>
        <p:nvSpPr>
          <p:cNvPr id="14" name="TextBox 14"/>
          <p:cNvSpPr txBox="1"/>
          <p:nvPr/>
        </p:nvSpPr>
        <p:spPr>
          <a:xfrm>
            <a:off x="1072761" y="7643783"/>
            <a:ext cx="3777986" cy="243785"/>
          </a:xfrm>
          <a:prstGeom prst="rect">
            <a:avLst/>
          </a:prstGeom>
        </p:spPr>
        <p:txBody>
          <a:bodyPr lIns="0" tIns="0" rIns="0" bIns="0" rtlCol="0" anchor="t">
            <a:spAutoFit/>
          </a:bodyPr>
          <a:lstStyle/>
          <a:p>
            <a:pPr algn="l">
              <a:lnSpc>
                <a:spcPct val="150000"/>
              </a:lnSpc>
            </a:pPr>
            <a:r>
              <a:rPr lang="en-US" sz="1200" dirty="0">
                <a:solidFill>
                  <a:srgbClr val="000000"/>
                </a:solidFill>
                <a:latin typeface="Times New Roman"/>
                <a:ea typeface="Times New Roman"/>
                <a:cs typeface="Times New Roman"/>
                <a:sym typeface="Times New Roman"/>
              </a:rPr>
              <a:t>  Limited adaptability to changing network environments. </a:t>
            </a:r>
          </a:p>
        </p:txBody>
      </p:sp>
      <p:sp>
        <p:nvSpPr>
          <p:cNvPr id="15" name="TextBox 15"/>
          <p:cNvSpPr txBox="1"/>
          <p:nvPr/>
        </p:nvSpPr>
        <p:spPr>
          <a:xfrm>
            <a:off x="1072761" y="8044595"/>
            <a:ext cx="114719" cy="242823"/>
          </a:xfrm>
          <a:prstGeom prst="rect">
            <a:avLst/>
          </a:prstGeom>
        </p:spPr>
        <p:txBody>
          <a:bodyPr lIns="0" tIns="0" rIns="0" bIns="0" rtlCol="0" anchor="t">
            <a:spAutoFit/>
          </a:bodyPr>
          <a:lstStyle/>
          <a:p>
            <a:pPr algn="l">
              <a:lnSpc>
                <a:spcPct val="150000"/>
              </a:lnSpc>
            </a:pPr>
            <a:r>
              <a:rPr lang="en-US" sz="1200">
                <a:solidFill>
                  <a:srgbClr val="000000"/>
                </a:solidFill>
                <a:latin typeface="Arial"/>
                <a:ea typeface="Arial"/>
                <a:cs typeface="Arial"/>
                <a:sym typeface="Arial"/>
              </a:rPr>
              <a:t> </a:t>
            </a:r>
          </a:p>
        </p:txBody>
      </p:sp>
      <p:sp>
        <p:nvSpPr>
          <p:cNvPr id="16" name="TextBox 16"/>
          <p:cNvSpPr txBox="1"/>
          <p:nvPr/>
        </p:nvSpPr>
        <p:spPr>
          <a:xfrm>
            <a:off x="1301313" y="8054873"/>
            <a:ext cx="3146917" cy="243785"/>
          </a:xfrm>
          <a:prstGeom prst="rect">
            <a:avLst/>
          </a:prstGeom>
        </p:spPr>
        <p:txBody>
          <a:bodyPr lIns="0" tIns="0" rIns="0" bIns="0" rtlCol="0" anchor="t">
            <a:spAutoFit/>
          </a:bodyPr>
          <a:lstStyle/>
          <a:p>
            <a:pPr algn="l">
              <a:lnSpc>
                <a:spcPct val="150000"/>
              </a:lnSpc>
            </a:pPr>
            <a:r>
              <a:rPr lang="en-US" sz="1200">
                <a:solidFill>
                  <a:srgbClr val="000000"/>
                </a:solidFill>
                <a:latin typeface="Times New Roman"/>
                <a:ea typeface="Times New Roman"/>
                <a:cs typeface="Times New Roman"/>
                <a:sym typeface="Times New Roman"/>
              </a:rPr>
              <a:t>Inefficient in handling large-scale network traffic. </a:t>
            </a:r>
          </a:p>
        </p:txBody>
      </p:sp>
      <p:sp>
        <p:nvSpPr>
          <p:cNvPr id="17" name="TextBox 17"/>
          <p:cNvSpPr txBox="1"/>
          <p:nvPr/>
        </p:nvSpPr>
        <p:spPr>
          <a:xfrm>
            <a:off x="925627" y="2915446"/>
            <a:ext cx="1949145" cy="330668"/>
          </a:xfrm>
          <a:prstGeom prst="rect">
            <a:avLst/>
          </a:prstGeom>
        </p:spPr>
        <p:txBody>
          <a:bodyPr wrap="square" lIns="0" tIns="0" rIns="0" bIns="0" rtlCol="0" anchor="t">
            <a:spAutoFit/>
          </a:bodyPr>
          <a:lstStyle/>
          <a:p>
            <a:pPr algn="l">
              <a:lnSpc>
                <a:spcPts val="3000"/>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Existing System </a:t>
            </a:r>
          </a:p>
        </p:txBody>
      </p:sp>
      <p:sp>
        <p:nvSpPr>
          <p:cNvPr id="18" name="TextBox 18"/>
          <p:cNvSpPr txBox="1"/>
          <p:nvPr/>
        </p:nvSpPr>
        <p:spPr>
          <a:xfrm>
            <a:off x="914705" y="3451393"/>
            <a:ext cx="5880573" cy="1628779"/>
          </a:xfrm>
          <a:prstGeom prst="rect">
            <a:avLst/>
          </a:prstGeom>
        </p:spPr>
        <p:txBody>
          <a:bodyPr lIns="0" tIns="0" rIns="0" bIns="0" rtlCol="0" anchor="t">
            <a:spAutoFit/>
          </a:bodyPr>
          <a:lstStyle/>
          <a:p>
            <a:pPr algn="just">
              <a:lnSpc>
                <a:spcPct val="150000"/>
              </a:lnSpc>
            </a:pPr>
            <a:r>
              <a:rPr lang="en-US" sz="1200" dirty="0">
                <a:solidFill>
                  <a:srgbClr val="000000"/>
                </a:solidFill>
                <a:latin typeface="Times New Roman"/>
                <a:ea typeface="Times New Roman"/>
                <a:cs typeface="Times New Roman"/>
                <a:sym typeface="Times New Roman"/>
              </a:rPr>
              <a:t>The existing system uses firewalls, antivirus software, and signature-based Intrusion Detection </a:t>
            </a:r>
          </a:p>
          <a:p>
            <a:pPr algn="just">
              <a:lnSpc>
                <a:spcPct val="150000"/>
              </a:lnSpc>
            </a:pPr>
            <a:r>
              <a:rPr lang="en-US" sz="1200" dirty="0">
                <a:solidFill>
                  <a:srgbClr val="000000"/>
                </a:solidFill>
                <a:latin typeface="Times New Roman"/>
                <a:ea typeface="Times New Roman"/>
                <a:cs typeface="Times New Roman"/>
                <a:sym typeface="Times New Roman"/>
              </a:rPr>
              <a:t>Systems (IDS) to detect cyber attacks. These systems work by matching network activity with </a:t>
            </a:r>
          </a:p>
          <a:p>
            <a:pPr algn="just">
              <a:lnSpc>
                <a:spcPct val="150000"/>
              </a:lnSpc>
            </a:pPr>
            <a:r>
              <a:rPr lang="en-US" sz="1200" dirty="0">
                <a:solidFill>
                  <a:srgbClr val="000000"/>
                </a:solidFill>
                <a:latin typeface="Times New Roman"/>
                <a:ea typeface="Times New Roman"/>
                <a:cs typeface="Times New Roman"/>
                <a:sym typeface="Times New Roman"/>
              </a:rPr>
              <a:t>known attack patterns. </a:t>
            </a:r>
            <a:r>
              <a:rPr lang="en-US" sz="1200" spc="14" dirty="0">
                <a:solidFill>
                  <a:srgbClr val="000000"/>
                </a:solidFill>
                <a:latin typeface="Times New Roman"/>
                <a:ea typeface="Times New Roman"/>
                <a:cs typeface="Times New Roman"/>
                <a:sym typeface="Times New Roman"/>
              </a:rPr>
              <a:t>However, they cannot detect new or unknown attacks and often produce false alarms. They  </a:t>
            </a:r>
            <a:r>
              <a:rPr lang="en-US" sz="1200" spc="12" dirty="0">
                <a:solidFill>
                  <a:srgbClr val="000000"/>
                </a:solidFill>
                <a:latin typeface="Times New Roman"/>
                <a:ea typeface="Times New Roman"/>
                <a:cs typeface="Times New Roman"/>
                <a:sym typeface="Times New Roman"/>
              </a:rPr>
              <a:t>also require frequent updates to stay effective. Therefore, they are not suitable for detecting  </a:t>
            </a:r>
            <a:r>
              <a:rPr lang="en-US" sz="1200" dirty="0">
                <a:solidFill>
                  <a:srgbClr val="000000"/>
                </a:solidFill>
                <a:latin typeface="Times New Roman"/>
                <a:ea typeface="Times New Roman"/>
                <a:cs typeface="Times New Roman"/>
                <a:sym typeface="Times New Roman"/>
              </a:rPr>
              <a:t>modern and advanced cyber threats in real time. </a:t>
            </a:r>
          </a:p>
          <a:p>
            <a:pPr algn="just">
              <a:lnSpc>
                <a:spcPct val="150000"/>
              </a:lnSpc>
            </a:pPr>
            <a:endParaRPr lang="en-US" sz="1200" dirty="0">
              <a:solidFill>
                <a:srgbClr val="000000"/>
              </a:solidFill>
              <a:latin typeface="Times New Roman"/>
              <a:ea typeface="Times New Roman"/>
              <a:cs typeface="Times New Roman"/>
              <a:sym typeface="Times New Roman"/>
            </a:endParaRPr>
          </a:p>
        </p:txBody>
      </p:sp>
      <p:sp>
        <p:nvSpPr>
          <p:cNvPr id="20" name="TextBox 20"/>
          <p:cNvSpPr txBox="1"/>
          <p:nvPr/>
        </p:nvSpPr>
        <p:spPr>
          <a:xfrm>
            <a:off x="914705" y="684085"/>
            <a:ext cx="5877801" cy="561820"/>
          </a:xfrm>
          <a:prstGeom prst="rect">
            <a:avLst/>
          </a:prstGeom>
        </p:spPr>
        <p:txBody>
          <a:bodyPr lIns="0" tIns="0" rIns="0" bIns="0" rtlCol="0" anchor="t">
            <a:spAutoFit/>
          </a:bodyPr>
          <a:lstStyle/>
          <a:p>
            <a:pPr algn="just">
              <a:lnSpc>
                <a:spcPts val="1313"/>
              </a:lnSpc>
            </a:pPr>
            <a:r>
              <a:rPr lang="en-US" sz="996" dirty="0">
                <a:solidFill>
                  <a:srgbClr val="000000"/>
                </a:solidFill>
                <a:latin typeface="Times New Roman"/>
                <a:ea typeface="Times New Roman"/>
                <a:cs typeface="Times New Roman"/>
                <a:sym typeface="Times New Roman"/>
              </a:rPr>
              <a:t> </a:t>
            </a:r>
          </a:p>
          <a:p>
            <a:pPr algn="just">
              <a:lnSpc>
                <a:spcPts val="1582"/>
              </a:lnSpc>
            </a:pPr>
            <a:r>
              <a:rPr lang="en-US" sz="1200" spc="26" dirty="0">
                <a:solidFill>
                  <a:srgbClr val="000000"/>
                </a:solidFill>
                <a:latin typeface="Times New Roman"/>
                <a:ea typeface="Times New Roman"/>
                <a:cs typeface="Times New Roman"/>
                <a:sym typeface="Times New Roman"/>
              </a:rPr>
              <a:t>6. Machine Learning models used in the system can be further improved with deep learning </a:t>
            </a:r>
            <a:r>
              <a:rPr lang="en-US" sz="1200" dirty="0">
                <a:solidFill>
                  <a:srgbClr val="000000"/>
                </a:solidFill>
                <a:latin typeface="Times New Roman"/>
                <a:ea typeface="Times New Roman"/>
                <a:cs typeface="Times New Roman"/>
                <a:sym typeface="Times New Roman"/>
              </a:rPr>
              <a:t>techniques for higher accuracy. </a:t>
            </a:r>
          </a:p>
        </p:txBody>
      </p:sp>
      <p:sp>
        <p:nvSpPr>
          <p:cNvPr id="21" name="TextBox 21"/>
          <p:cNvSpPr txBox="1"/>
          <p:nvPr/>
        </p:nvSpPr>
        <p:spPr>
          <a:xfrm>
            <a:off x="914705" y="1397655"/>
            <a:ext cx="5881430" cy="520784"/>
          </a:xfrm>
          <a:prstGeom prst="rect">
            <a:avLst/>
          </a:prstGeom>
        </p:spPr>
        <p:txBody>
          <a:bodyPr lIns="0" tIns="0" rIns="0" bIns="0" rtlCol="0" anchor="t">
            <a:spAutoFit/>
          </a:bodyPr>
          <a:lstStyle/>
          <a:p>
            <a:pPr algn="l">
              <a:lnSpc>
                <a:spcPct val="150000"/>
              </a:lnSpc>
            </a:pPr>
            <a:r>
              <a:rPr lang="en-US" sz="1200" spc="25" dirty="0">
                <a:solidFill>
                  <a:srgbClr val="000000"/>
                </a:solidFill>
                <a:latin typeface="Times New Roman"/>
                <a:ea typeface="Times New Roman"/>
                <a:cs typeface="Times New Roman"/>
                <a:sym typeface="Times New Roman"/>
              </a:rPr>
              <a:t>7. The project can be enhanced to detect advanced threats such as ransomware and zero-day </a:t>
            </a:r>
            <a:r>
              <a:rPr lang="en-US" sz="1200" dirty="0">
                <a:solidFill>
                  <a:srgbClr val="000000"/>
                </a:solidFill>
                <a:latin typeface="Times New Roman"/>
                <a:ea typeface="Times New Roman"/>
                <a:cs typeface="Times New Roman"/>
                <a:sym typeface="Times New Roman"/>
              </a:rPr>
              <a:t>attacks. </a:t>
            </a:r>
          </a:p>
        </p:txBody>
      </p:sp>
      <p:sp>
        <p:nvSpPr>
          <p:cNvPr id="22" name="TextBox 22"/>
          <p:cNvSpPr txBox="1"/>
          <p:nvPr/>
        </p:nvSpPr>
        <p:spPr>
          <a:xfrm>
            <a:off x="925627" y="2070024"/>
            <a:ext cx="5879792" cy="526554"/>
          </a:xfrm>
          <a:prstGeom prst="rect">
            <a:avLst/>
          </a:prstGeom>
        </p:spPr>
        <p:txBody>
          <a:bodyPr lIns="0" tIns="0" rIns="0" bIns="0" rtlCol="0" anchor="t">
            <a:spAutoFit/>
          </a:bodyPr>
          <a:lstStyle/>
          <a:p>
            <a:pPr algn="l">
              <a:lnSpc>
                <a:spcPct val="150000"/>
              </a:lnSpc>
            </a:pPr>
            <a:r>
              <a:rPr lang="en-US" sz="1200" dirty="0">
                <a:solidFill>
                  <a:srgbClr val="000000"/>
                </a:solidFill>
                <a:latin typeface="Times New Roman"/>
                <a:ea typeface="Times New Roman"/>
                <a:cs typeface="Times New Roman"/>
                <a:sym typeface="Times New Roman"/>
              </a:rPr>
              <a:t>8.  It provides a foundation for developing advanced AI-based cybersecurity solutions in the </a:t>
            </a:r>
          </a:p>
          <a:p>
            <a:pPr algn="l">
              <a:lnSpc>
                <a:spcPct val="150000"/>
              </a:lnSpc>
            </a:pPr>
            <a:r>
              <a:rPr lang="en-US" sz="1200" dirty="0">
                <a:solidFill>
                  <a:srgbClr val="000000"/>
                </a:solidFill>
                <a:latin typeface="Times New Roman"/>
                <a:ea typeface="Times New Roman"/>
                <a:cs typeface="Times New Roman"/>
                <a:sym typeface="Times New Roman"/>
              </a:rPr>
              <a:t>future. </a:t>
            </a:r>
          </a:p>
        </p:txBody>
      </p:sp>
      <p:sp>
        <p:nvSpPr>
          <p:cNvPr id="23" name="TextBox 23"/>
          <p:cNvSpPr txBox="1"/>
          <p:nvPr/>
        </p:nvSpPr>
        <p:spPr>
          <a:xfrm>
            <a:off x="914705" y="9879559"/>
            <a:ext cx="1527000"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Dept. of ISE, GNDEC, Bidar</a:t>
            </a:r>
          </a:p>
        </p:txBody>
      </p:sp>
      <p:sp>
        <p:nvSpPr>
          <p:cNvPr id="24" name="TextBox 24"/>
          <p:cNvSpPr txBox="1"/>
          <p:nvPr/>
        </p:nvSpPr>
        <p:spPr>
          <a:xfrm>
            <a:off x="6572755" y="9879559"/>
            <a:ext cx="103823"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3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417" y="580644"/>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896417" y="9888931"/>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914705" y="328841"/>
            <a:ext cx="4057469"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 using Machine learning</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5" name="TextBox 5"/>
          <p:cNvSpPr txBox="1"/>
          <p:nvPr/>
        </p:nvSpPr>
        <p:spPr>
          <a:xfrm>
            <a:off x="6642859" y="684085"/>
            <a:ext cx="32252" cy="177746"/>
          </a:xfrm>
          <a:prstGeom prst="rect">
            <a:avLst/>
          </a:prstGeom>
        </p:spPr>
        <p:txBody>
          <a:bodyPr lIns="0" tIns="0" rIns="0" bIns="0" rtlCol="0" anchor="t">
            <a:spAutoFit/>
          </a:bodyPr>
          <a:lstStyle/>
          <a:p>
            <a:pPr algn="l">
              <a:lnSpc>
                <a:spcPts val="1335"/>
              </a:lnSpc>
            </a:pPr>
            <a:r>
              <a:rPr lang="en-US" sz="996">
                <a:solidFill>
                  <a:srgbClr val="000000"/>
                </a:solidFill>
                <a:latin typeface="Times New Roman"/>
                <a:ea typeface="Times New Roman"/>
                <a:cs typeface="Times New Roman"/>
                <a:sym typeface="Times New Roman"/>
              </a:rPr>
              <a:t> </a:t>
            </a:r>
          </a:p>
        </p:txBody>
      </p:sp>
      <p:sp>
        <p:nvSpPr>
          <p:cNvPr id="6" name="TextBox 6"/>
          <p:cNvSpPr txBox="1"/>
          <p:nvPr/>
        </p:nvSpPr>
        <p:spPr>
          <a:xfrm>
            <a:off x="914705" y="850050"/>
            <a:ext cx="1612093" cy="205184"/>
          </a:xfrm>
          <a:prstGeom prst="rect">
            <a:avLst/>
          </a:prstGeom>
        </p:spPr>
        <p:txBody>
          <a:bodyPr wrap="square" lIns="0" tIns="0" rIns="0" bIns="0" rtlCol="0" anchor="t">
            <a:spAutoFit/>
          </a:bodyPr>
          <a:lstStyle/>
          <a:p>
            <a:pPr algn="l">
              <a:lnSpc>
                <a:spcPts val="1609"/>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Proposed System </a:t>
            </a:r>
          </a:p>
        </p:txBody>
      </p:sp>
      <p:sp>
        <p:nvSpPr>
          <p:cNvPr id="7" name="TextBox 7"/>
          <p:cNvSpPr txBox="1"/>
          <p:nvPr/>
        </p:nvSpPr>
        <p:spPr>
          <a:xfrm>
            <a:off x="914705" y="1104052"/>
            <a:ext cx="5880964" cy="876957"/>
          </a:xfrm>
          <a:prstGeom prst="rect">
            <a:avLst/>
          </a:prstGeom>
        </p:spPr>
        <p:txBody>
          <a:bodyPr lIns="0" tIns="0" rIns="0" bIns="0" rtlCol="0" anchor="t">
            <a:spAutoFit/>
          </a:bodyPr>
          <a:lstStyle/>
          <a:p>
            <a:pPr algn="just">
              <a:lnSpc>
                <a:spcPts val="3000"/>
              </a:lnSpc>
            </a:pPr>
            <a:r>
              <a:rPr lang="en-US" sz="1200" dirty="0">
                <a:solidFill>
                  <a:srgbClr val="000000"/>
                </a:solidFill>
                <a:latin typeface="Times New Roman"/>
                <a:ea typeface="Times New Roman"/>
                <a:cs typeface="Times New Roman"/>
                <a:sym typeface="Times New Roman"/>
              </a:rPr>
              <a:t>The proposed system is a Machine Learning-based Network Intrusion Detection System </a:t>
            </a:r>
          </a:p>
          <a:p>
            <a:pPr algn="just">
              <a:lnSpc>
                <a:spcPts val="1128"/>
              </a:lnSpc>
            </a:pPr>
            <a:r>
              <a:rPr lang="en-US" sz="1200" dirty="0">
                <a:solidFill>
                  <a:srgbClr val="000000"/>
                </a:solidFill>
                <a:latin typeface="Times New Roman"/>
                <a:ea typeface="Times New Roman"/>
                <a:cs typeface="Times New Roman"/>
                <a:sym typeface="Times New Roman"/>
              </a:rPr>
              <a:t>(NIDS) designed to monitor and analyze network traffic in real time. It uses machine learning </a:t>
            </a:r>
          </a:p>
          <a:p>
            <a:pPr algn="just">
              <a:lnSpc>
                <a:spcPts val="3000"/>
              </a:lnSpc>
            </a:pPr>
            <a:r>
              <a:rPr lang="en-US" sz="1200" dirty="0">
                <a:solidFill>
                  <a:srgbClr val="000000"/>
                </a:solidFill>
                <a:latin typeface="Times New Roman"/>
                <a:ea typeface="Times New Roman"/>
                <a:cs typeface="Times New Roman"/>
                <a:sym typeface="Times New Roman"/>
              </a:rPr>
              <a:t>algorithms to learn patterns from network data and classify activities as normal or malicious. </a:t>
            </a:r>
          </a:p>
        </p:txBody>
      </p:sp>
      <p:sp>
        <p:nvSpPr>
          <p:cNvPr id="8" name="TextBox 8"/>
          <p:cNvSpPr txBox="1"/>
          <p:nvPr/>
        </p:nvSpPr>
        <p:spPr>
          <a:xfrm>
            <a:off x="914705" y="2019976"/>
            <a:ext cx="5880106" cy="875433"/>
          </a:xfrm>
          <a:prstGeom prst="rect">
            <a:avLst/>
          </a:prstGeom>
        </p:spPr>
        <p:txBody>
          <a:bodyPr lIns="0" tIns="0" rIns="0" bIns="0" rtlCol="0" anchor="t">
            <a:spAutoFit/>
          </a:bodyPr>
          <a:lstStyle/>
          <a:p>
            <a:pPr algn="just">
              <a:lnSpc>
                <a:spcPts val="3000"/>
              </a:lnSpc>
            </a:pPr>
            <a:r>
              <a:rPr lang="en-US" sz="1200" spc="6" dirty="0">
                <a:solidFill>
                  <a:srgbClr val="000000"/>
                </a:solidFill>
                <a:latin typeface="Times New Roman"/>
                <a:ea typeface="Times New Roman"/>
                <a:cs typeface="Times New Roman"/>
                <a:sym typeface="Times New Roman"/>
              </a:rPr>
              <a:t>Unlike traditional systems, the proposed system can detect both known and unknown attacks </a:t>
            </a:r>
          </a:p>
          <a:p>
            <a:pPr algn="just">
              <a:lnSpc>
                <a:spcPts val="1128"/>
              </a:lnSpc>
            </a:pPr>
            <a:r>
              <a:rPr lang="en-US" sz="1200" spc="15" dirty="0">
                <a:solidFill>
                  <a:srgbClr val="000000"/>
                </a:solidFill>
                <a:latin typeface="Times New Roman"/>
                <a:ea typeface="Times New Roman"/>
                <a:cs typeface="Times New Roman"/>
                <a:sym typeface="Times New Roman"/>
              </a:rPr>
              <a:t>by identifying anomalies in network behavior. It includes steps such as data preprocessing, </a:t>
            </a:r>
          </a:p>
          <a:p>
            <a:pPr algn="just">
              <a:lnSpc>
                <a:spcPts val="3000"/>
              </a:lnSpc>
            </a:pPr>
            <a:r>
              <a:rPr lang="en-US" sz="1200" dirty="0">
                <a:solidFill>
                  <a:srgbClr val="000000"/>
                </a:solidFill>
                <a:latin typeface="Times New Roman"/>
                <a:ea typeface="Times New Roman"/>
                <a:cs typeface="Times New Roman"/>
                <a:sym typeface="Times New Roman"/>
              </a:rPr>
              <a:t>feature extraction, model training, and real-time prediction. </a:t>
            </a:r>
          </a:p>
        </p:txBody>
      </p:sp>
      <p:sp>
        <p:nvSpPr>
          <p:cNvPr id="9" name="TextBox 9"/>
          <p:cNvSpPr txBox="1"/>
          <p:nvPr/>
        </p:nvSpPr>
        <p:spPr>
          <a:xfrm>
            <a:off x="914705" y="2934376"/>
            <a:ext cx="5880259" cy="877338"/>
          </a:xfrm>
          <a:prstGeom prst="rect">
            <a:avLst/>
          </a:prstGeom>
        </p:spPr>
        <p:txBody>
          <a:bodyPr lIns="0" tIns="0" rIns="0" bIns="0" rtlCol="0" anchor="t">
            <a:spAutoFit/>
          </a:bodyPr>
          <a:lstStyle/>
          <a:p>
            <a:pPr algn="just">
              <a:lnSpc>
                <a:spcPts val="3000"/>
              </a:lnSpc>
            </a:pPr>
            <a:r>
              <a:rPr lang="en-US" sz="1200" spc="30" dirty="0">
                <a:solidFill>
                  <a:srgbClr val="000000"/>
                </a:solidFill>
                <a:latin typeface="Times New Roman"/>
                <a:ea typeface="Times New Roman"/>
                <a:cs typeface="Times New Roman"/>
                <a:sym typeface="Times New Roman"/>
              </a:rPr>
              <a:t>A web-based interface is also provided for easy monitoring and visualization of network </a:t>
            </a:r>
          </a:p>
          <a:p>
            <a:pPr algn="just">
              <a:lnSpc>
                <a:spcPts val="1158"/>
              </a:lnSpc>
            </a:pPr>
            <a:r>
              <a:rPr lang="en-US" sz="1200" spc="1" dirty="0">
                <a:solidFill>
                  <a:srgbClr val="000000"/>
                </a:solidFill>
                <a:latin typeface="Times New Roman"/>
                <a:ea typeface="Times New Roman"/>
                <a:cs typeface="Times New Roman"/>
                <a:sym typeface="Times New Roman"/>
              </a:rPr>
              <a:t>activity. This system improves detection accuracy, reduces false alarms, and enhances overall </a:t>
            </a:r>
          </a:p>
          <a:p>
            <a:pPr algn="just">
              <a:lnSpc>
                <a:spcPts val="2997"/>
              </a:lnSpc>
            </a:pPr>
            <a:r>
              <a:rPr lang="en-US" sz="1200" dirty="0">
                <a:solidFill>
                  <a:srgbClr val="000000"/>
                </a:solidFill>
                <a:latin typeface="Times New Roman"/>
                <a:ea typeface="Times New Roman"/>
                <a:cs typeface="Times New Roman"/>
                <a:sym typeface="Times New Roman"/>
              </a:rPr>
              <a:t>network security. </a:t>
            </a:r>
          </a:p>
        </p:txBody>
      </p:sp>
      <p:sp>
        <p:nvSpPr>
          <p:cNvPr id="10" name="TextBox 10"/>
          <p:cNvSpPr txBox="1"/>
          <p:nvPr/>
        </p:nvSpPr>
        <p:spPr>
          <a:xfrm>
            <a:off x="914704" y="3863254"/>
            <a:ext cx="1415745" cy="330668"/>
          </a:xfrm>
          <a:prstGeom prst="rect">
            <a:avLst/>
          </a:prstGeom>
        </p:spPr>
        <p:txBody>
          <a:bodyPr wrap="square" lIns="0" tIns="0" rIns="0" bIns="0" rtlCol="0" anchor="t">
            <a:spAutoFit/>
          </a:bodyPr>
          <a:lstStyle/>
          <a:p>
            <a:pPr algn="l">
              <a:lnSpc>
                <a:spcPts val="2997"/>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Advantages </a:t>
            </a:r>
          </a:p>
        </p:txBody>
      </p:sp>
      <p:sp>
        <p:nvSpPr>
          <p:cNvPr id="11" name="TextBox 11"/>
          <p:cNvSpPr txBox="1"/>
          <p:nvPr/>
        </p:nvSpPr>
        <p:spPr>
          <a:xfrm>
            <a:off x="1143305" y="4250741"/>
            <a:ext cx="114719" cy="345758"/>
          </a:xfrm>
          <a:prstGeom prst="rect">
            <a:avLst/>
          </a:prstGeom>
        </p:spPr>
        <p:txBody>
          <a:bodyPr lIns="0" tIns="0" rIns="0" bIns="0" rtlCol="0" anchor="t">
            <a:spAutoFit/>
          </a:bodyPr>
          <a:lstStyle/>
          <a:p>
            <a:pPr algn="l">
              <a:lnSpc>
                <a:spcPts val="2997"/>
              </a:lnSpc>
            </a:pPr>
            <a:r>
              <a:rPr lang="en-US" sz="1200">
                <a:solidFill>
                  <a:srgbClr val="000000"/>
                </a:solidFill>
                <a:latin typeface="Arial"/>
                <a:ea typeface="Arial"/>
                <a:cs typeface="Arial"/>
                <a:sym typeface="Arial"/>
              </a:rPr>
              <a:t> </a:t>
            </a:r>
          </a:p>
        </p:txBody>
      </p:sp>
      <p:sp>
        <p:nvSpPr>
          <p:cNvPr id="12" name="TextBox 12"/>
          <p:cNvSpPr txBox="1"/>
          <p:nvPr/>
        </p:nvSpPr>
        <p:spPr>
          <a:xfrm>
            <a:off x="1371857" y="4261018"/>
            <a:ext cx="3056753" cy="341652"/>
          </a:xfrm>
          <a:prstGeom prst="rect">
            <a:avLst/>
          </a:prstGeom>
        </p:spPr>
        <p:txBody>
          <a:bodyPr lIns="0" tIns="0" rIns="0" bIns="0" rtlCol="0" anchor="t">
            <a:spAutoFit/>
          </a:bodyPr>
          <a:lstStyle/>
          <a:p>
            <a:pPr algn="l">
              <a:lnSpc>
                <a:spcPts val="2997"/>
              </a:lnSpc>
            </a:pPr>
            <a:r>
              <a:rPr lang="en-US" sz="1200">
                <a:solidFill>
                  <a:srgbClr val="000000"/>
                </a:solidFill>
                <a:latin typeface="Times New Roman"/>
                <a:ea typeface="Times New Roman"/>
                <a:cs typeface="Times New Roman"/>
                <a:sym typeface="Times New Roman"/>
              </a:rPr>
              <a:t>Detects both known and unknown cyber attacks. </a:t>
            </a:r>
          </a:p>
        </p:txBody>
      </p:sp>
      <p:sp>
        <p:nvSpPr>
          <p:cNvPr id="13" name="TextBox 13"/>
          <p:cNvSpPr txBox="1"/>
          <p:nvPr/>
        </p:nvSpPr>
        <p:spPr>
          <a:xfrm>
            <a:off x="1143305" y="4651553"/>
            <a:ext cx="3903897" cy="324576"/>
          </a:xfrm>
          <a:prstGeom prst="rect">
            <a:avLst/>
          </a:prstGeom>
        </p:spPr>
        <p:txBody>
          <a:bodyPr lIns="0" tIns="0" rIns="0" bIns="0" rtlCol="0" anchor="t">
            <a:spAutoFit/>
          </a:bodyPr>
          <a:lstStyle/>
          <a:p>
            <a:pPr algn="l">
              <a:lnSpc>
                <a:spcPts val="2997"/>
              </a:lnSpc>
            </a:pPr>
            <a:r>
              <a:rPr lang="en-US" sz="1200" dirty="0">
                <a:solidFill>
                  <a:srgbClr val="000000"/>
                </a:solidFill>
                <a:latin typeface="Times New Roman"/>
                <a:ea typeface="Times New Roman"/>
                <a:cs typeface="Times New Roman"/>
                <a:sym typeface="Times New Roman"/>
              </a:rPr>
              <a:t>  Provides higher accuracy compared to traditional systems. </a:t>
            </a:r>
          </a:p>
        </p:txBody>
      </p:sp>
      <p:sp>
        <p:nvSpPr>
          <p:cNvPr id="14" name="TextBox 14"/>
          <p:cNvSpPr txBox="1"/>
          <p:nvPr/>
        </p:nvSpPr>
        <p:spPr>
          <a:xfrm>
            <a:off x="1143305" y="5052365"/>
            <a:ext cx="114719" cy="345758"/>
          </a:xfrm>
          <a:prstGeom prst="rect">
            <a:avLst/>
          </a:prstGeom>
        </p:spPr>
        <p:txBody>
          <a:bodyPr lIns="0" tIns="0" rIns="0" bIns="0" rtlCol="0" anchor="t">
            <a:spAutoFit/>
          </a:bodyPr>
          <a:lstStyle/>
          <a:p>
            <a:pPr algn="l">
              <a:lnSpc>
                <a:spcPts val="2997"/>
              </a:lnSpc>
            </a:pPr>
            <a:r>
              <a:rPr lang="en-US" sz="1200">
                <a:solidFill>
                  <a:srgbClr val="000000"/>
                </a:solidFill>
                <a:latin typeface="Arial"/>
                <a:ea typeface="Arial"/>
                <a:cs typeface="Arial"/>
                <a:sym typeface="Arial"/>
              </a:rPr>
              <a:t> </a:t>
            </a:r>
          </a:p>
        </p:txBody>
      </p:sp>
      <p:sp>
        <p:nvSpPr>
          <p:cNvPr id="15" name="TextBox 15"/>
          <p:cNvSpPr txBox="1"/>
          <p:nvPr/>
        </p:nvSpPr>
        <p:spPr>
          <a:xfrm>
            <a:off x="1371857" y="5062642"/>
            <a:ext cx="2750525" cy="341652"/>
          </a:xfrm>
          <a:prstGeom prst="rect">
            <a:avLst/>
          </a:prstGeom>
        </p:spPr>
        <p:txBody>
          <a:bodyPr lIns="0" tIns="0" rIns="0" bIns="0" rtlCol="0" anchor="t">
            <a:spAutoFit/>
          </a:bodyPr>
          <a:lstStyle/>
          <a:p>
            <a:pPr algn="l">
              <a:lnSpc>
                <a:spcPts val="2997"/>
              </a:lnSpc>
            </a:pPr>
            <a:r>
              <a:rPr lang="en-US" sz="1200">
                <a:solidFill>
                  <a:srgbClr val="000000"/>
                </a:solidFill>
                <a:latin typeface="Times New Roman"/>
                <a:ea typeface="Times New Roman"/>
                <a:cs typeface="Times New Roman"/>
                <a:sym typeface="Times New Roman"/>
              </a:rPr>
              <a:t>Reduces false positives and false negatives. </a:t>
            </a:r>
          </a:p>
        </p:txBody>
      </p:sp>
      <p:sp>
        <p:nvSpPr>
          <p:cNvPr id="16" name="TextBox 16"/>
          <p:cNvSpPr txBox="1"/>
          <p:nvPr/>
        </p:nvSpPr>
        <p:spPr>
          <a:xfrm>
            <a:off x="1143305" y="5453424"/>
            <a:ext cx="3704920" cy="324576"/>
          </a:xfrm>
          <a:prstGeom prst="rect">
            <a:avLst/>
          </a:prstGeom>
        </p:spPr>
        <p:txBody>
          <a:bodyPr lIns="0" tIns="0" rIns="0" bIns="0" rtlCol="0" anchor="t">
            <a:spAutoFit/>
          </a:bodyPr>
          <a:lstStyle/>
          <a:p>
            <a:pPr algn="l">
              <a:lnSpc>
                <a:spcPts val="2997"/>
              </a:lnSpc>
            </a:pPr>
            <a:r>
              <a:rPr lang="en-US" sz="1200" dirty="0">
                <a:solidFill>
                  <a:srgbClr val="000000"/>
                </a:solidFill>
                <a:latin typeface="Times New Roman"/>
                <a:ea typeface="Times New Roman"/>
                <a:cs typeface="Times New Roman"/>
                <a:sym typeface="Times New Roman"/>
              </a:rPr>
              <a:t>  Works in real-time for continuous network monitoring. </a:t>
            </a:r>
          </a:p>
        </p:txBody>
      </p:sp>
      <p:sp>
        <p:nvSpPr>
          <p:cNvPr id="17" name="TextBox 17"/>
          <p:cNvSpPr txBox="1"/>
          <p:nvPr/>
        </p:nvSpPr>
        <p:spPr>
          <a:xfrm>
            <a:off x="1143305" y="5854236"/>
            <a:ext cx="3760880" cy="345758"/>
          </a:xfrm>
          <a:prstGeom prst="rect">
            <a:avLst/>
          </a:prstGeom>
        </p:spPr>
        <p:txBody>
          <a:bodyPr lIns="0" tIns="0" rIns="0" bIns="0" rtlCol="0" anchor="t">
            <a:spAutoFit/>
          </a:bodyPr>
          <a:lstStyle/>
          <a:p>
            <a:pPr algn="l">
              <a:lnSpc>
                <a:spcPts val="2997"/>
              </a:lnSpc>
            </a:pPr>
            <a:r>
              <a:rPr lang="en-US" sz="1200">
                <a:solidFill>
                  <a:srgbClr val="000000"/>
                </a:solidFill>
                <a:latin typeface="Times New Roman"/>
                <a:ea typeface="Times New Roman"/>
                <a:cs typeface="Times New Roman"/>
                <a:sym typeface="Times New Roman"/>
              </a:rPr>
              <a:t> Uses Machine Learning for intelligent decision-making. </a:t>
            </a:r>
          </a:p>
        </p:txBody>
      </p:sp>
      <p:sp>
        <p:nvSpPr>
          <p:cNvPr id="18" name="TextBox 18"/>
          <p:cNvSpPr txBox="1"/>
          <p:nvPr/>
        </p:nvSpPr>
        <p:spPr>
          <a:xfrm>
            <a:off x="1143305" y="6255048"/>
            <a:ext cx="3415789" cy="345758"/>
          </a:xfrm>
          <a:prstGeom prst="rect">
            <a:avLst/>
          </a:prstGeom>
        </p:spPr>
        <p:txBody>
          <a:bodyPr lIns="0" tIns="0" rIns="0" bIns="0" rtlCol="0" anchor="t">
            <a:spAutoFit/>
          </a:bodyPr>
          <a:lstStyle/>
          <a:p>
            <a:pPr algn="l">
              <a:lnSpc>
                <a:spcPts val="2997"/>
              </a:lnSpc>
            </a:pPr>
            <a:r>
              <a:rPr lang="en-US" sz="1200">
                <a:solidFill>
                  <a:srgbClr val="000000"/>
                </a:solidFill>
                <a:latin typeface="Times New Roman"/>
                <a:ea typeface="Times New Roman"/>
                <a:cs typeface="Times New Roman"/>
                <a:sym typeface="Times New Roman"/>
              </a:rPr>
              <a:t> More adaptive to changing network environments. </a:t>
            </a:r>
          </a:p>
        </p:txBody>
      </p:sp>
      <p:sp>
        <p:nvSpPr>
          <p:cNvPr id="19" name="TextBox 19"/>
          <p:cNvSpPr txBox="1"/>
          <p:nvPr/>
        </p:nvSpPr>
        <p:spPr>
          <a:xfrm>
            <a:off x="1143305" y="6655860"/>
            <a:ext cx="3355162" cy="345758"/>
          </a:xfrm>
          <a:prstGeom prst="rect">
            <a:avLst/>
          </a:prstGeom>
        </p:spPr>
        <p:txBody>
          <a:bodyPr lIns="0" tIns="0" rIns="0" bIns="0" rtlCol="0" anchor="t">
            <a:spAutoFit/>
          </a:bodyPr>
          <a:lstStyle/>
          <a:p>
            <a:pPr algn="l">
              <a:lnSpc>
                <a:spcPts val="2997"/>
              </a:lnSpc>
            </a:pPr>
            <a:r>
              <a:rPr lang="en-US" sz="1200">
                <a:solidFill>
                  <a:srgbClr val="000000"/>
                </a:solidFill>
                <a:latin typeface="Times New Roman"/>
                <a:ea typeface="Times New Roman"/>
                <a:cs typeface="Times New Roman"/>
                <a:sym typeface="Times New Roman"/>
              </a:rPr>
              <a:t> Improves overall network security and reliability. </a:t>
            </a:r>
          </a:p>
        </p:txBody>
      </p:sp>
      <p:sp>
        <p:nvSpPr>
          <p:cNvPr id="20" name="TextBox 20"/>
          <p:cNvSpPr txBox="1"/>
          <p:nvPr/>
        </p:nvSpPr>
        <p:spPr>
          <a:xfrm>
            <a:off x="1143305" y="7056672"/>
            <a:ext cx="3221479" cy="345758"/>
          </a:xfrm>
          <a:prstGeom prst="rect">
            <a:avLst/>
          </a:prstGeom>
        </p:spPr>
        <p:txBody>
          <a:bodyPr lIns="0" tIns="0" rIns="0" bIns="0" rtlCol="0" anchor="t">
            <a:spAutoFit/>
          </a:bodyPr>
          <a:lstStyle/>
          <a:p>
            <a:pPr algn="l">
              <a:lnSpc>
                <a:spcPts val="2997"/>
              </a:lnSpc>
            </a:pPr>
            <a:r>
              <a:rPr lang="en-US" sz="1200">
                <a:solidFill>
                  <a:srgbClr val="000000"/>
                </a:solidFill>
                <a:latin typeface="Times New Roman"/>
                <a:ea typeface="Times New Roman"/>
                <a:cs typeface="Times New Roman"/>
                <a:sym typeface="Times New Roman"/>
              </a:rPr>
              <a:t> Easy to monitor through a web-based interface. </a:t>
            </a:r>
          </a:p>
        </p:txBody>
      </p:sp>
      <p:sp>
        <p:nvSpPr>
          <p:cNvPr id="21" name="TextBox 21"/>
          <p:cNvSpPr txBox="1"/>
          <p:nvPr/>
        </p:nvSpPr>
        <p:spPr>
          <a:xfrm>
            <a:off x="914704" y="7460142"/>
            <a:ext cx="1949145" cy="330668"/>
          </a:xfrm>
          <a:prstGeom prst="rect">
            <a:avLst/>
          </a:prstGeom>
        </p:spPr>
        <p:txBody>
          <a:bodyPr wrap="square" lIns="0" tIns="0" rIns="0" bIns="0" rtlCol="0" anchor="t">
            <a:spAutoFit/>
          </a:bodyPr>
          <a:lstStyle/>
          <a:p>
            <a:pPr algn="l">
              <a:lnSpc>
                <a:spcPts val="2997"/>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Project Outcome </a:t>
            </a:r>
          </a:p>
        </p:txBody>
      </p:sp>
      <p:sp>
        <p:nvSpPr>
          <p:cNvPr id="22" name="TextBox 22"/>
          <p:cNvSpPr txBox="1"/>
          <p:nvPr/>
        </p:nvSpPr>
        <p:spPr>
          <a:xfrm>
            <a:off x="914705" y="7847619"/>
            <a:ext cx="5760406" cy="2459776"/>
          </a:xfrm>
          <a:prstGeom prst="rect">
            <a:avLst/>
          </a:prstGeom>
        </p:spPr>
        <p:txBody>
          <a:bodyPr wrap="square" lIns="0" tIns="0" rIns="0" bIns="0" rtlCol="0" anchor="t">
            <a:spAutoFit/>
          </a:bodyPr>
          <a:lstStyle/>
          <a:p>
            <a:pPr algn="just">
              <a:lnSpc>
                <a:spcPct val="150000"/>
              </a:lnSpc>
            </a:pPr>
            <a:r>
              <a:rPr lang="en-US" sz="1200" dirty="0">
                <a:solidFill>
                  <a:srgbClr val="000000"/>
                </a:solidFill>
                <a:latin typeface="Times New Roman"/>
                <a:ea typeface="Times New Roman"/>
                <a:cs typeface="Times New Roman"/>
                <a:sym typeface="Times New Roman"/>
              </a:rPr>
              <a:t>A Machine Learning-based NIDS capable of detecting cyber attacks in real time. Accurate classification of network traffic as normal or malicious. Reduced false alarms compared to traditional intrusion detection </a:t>
            </a:r>
            <a:r>
              <a:rPr lang="en-US" sz="1200" dirty="0" err="1">
                <a:solidFill>
                  <a:srgbClr val="000000"/>
                </a:solidFill>
                <a:latin typeface="Times New Roman"/>
                <a:ea typeface="Times New Roman"/>
                <a:cs typeface="Times New Roman"/>
                <a:sym typeface="Times New Roman"/>
              </a:rPr>
              <a:t>systemsWeb</a:t>
            </a:r>
            <a:r>
              <a:rPr lang="en-US" sz="1200" dirty="0">
                <a:solidFill>
                  <a:srgbClr val="000000"/>
                </a:solidFill>
                <a:latin typeface="Times New Roman"/>
                <a:ea typeface="Times New Roman"/>
                <a:cs typeface="Times New Roman"/>
                <a:sym typeface="Times New Roman"/>
              </a:rPr>
              <a:t>-based interface for easy monitoring and visualization of network activity. Continuous live network packet analysis for improved security. </a:t>
            </a:r>
          </a:p>
          <a:p>
            <a:pPr algn="just">
              <a:lnSpc>
                <a:spcPct val="150000"/>
              </a:lnSpc>
            </a:pPr>
            <a:r>
              <a:rPr lang="en-US" sz="1200" dirty="0">
                <a:solidFill>
                  <a:srgbClr val="000000"/>
                </a:solidFill>
                <a:latin typeface="Times New Roman"/>
                <a:ea typeface="Times New Roman"/>
                <a:cs typeface="Times New Roman"/>
                <a:sym typeface="Times New Roman"/>
              </a:rPr>
              <a:t> </a:t>
            </a:r>
          </a:p>
          <a:p>
            <a:pPr>
              <a:lnSpc>
                <a:spcPct val="150000"/>
              </a:lnSpc>
            </a:pPr>
            <a:r>
              <a:rPr lang="en-US" sz="1200" dirty="0">
                <a:solidFill>
                  <a:srgbClr val="000000"/>
                </a:solidFill>
                <a:latin typeface="Times New Roman"/>
                <a:ea typeface="Times New Roman"/>
                <a:cs typeface="Times New Roman"/>
                <a:sym typeface="Times New Roman"/>
              </a:rPr>
              <a:t>. </a:t>
            </a:r>
          </a:p>
          <a:p>
            <a:pPr>
              <a:lnSpc>
                <a:spcPct val="150000"/>
              </a:lnSpc>
            </a:pPr>
            <a:r>
              <a:rPr lang="en-US" sz="1200" dirty="0">
                <a:solidFill>
                  <a:srgbClr val="000000"/>
                </a:solidFill>
                <a:latin typeface="Times New Roman"/>
                <a:ea typeface="Times New Roman"/>
                <a:cs typeface="Times New Roman"/>
                <a:sym typeface="Times New Roman"/>
              </a:rPr>
              <a:t> </a:t>
            </a:r>
          </a:p>
          <a:p>
            <a:pPr algn="l">
              <a:lnSpc>
                <a:spcPct val="150000"/>
              </a:lnSpc>
            </a:pPr>
            <a:endParaRPr lang="en-US" sz="1200" dirty="0">
              <a:solidFill>
                <a:srgbClr val="000000"/>
              </a:solidFill>
              <a:latin typeface="Times New Roman"/>
              <a:ea typeface="Times New Roman"/>
              <a:cs typeface="Times New Roman"/>
              <a:sym typeface="Times New Roman"/>
            </a:endParaRPr>
          </a:p>
        </p:txBody>
      </p:sp>
      <p:sp>
        <p:nvSpPr>
          <p:cNvPr id="26" name="TextBox 26"/>
          <p:cNvSpPr txBox="1"/>
          <p:nvPr/>
        </p:nvSpPr>
        <p:spPr>
          <a:xfrm>
            <a:off x="879922" y="9981451"/>
            <a:ext cx="3986279" cy="181588"/>
          </a:xfrm>
          <a:prstGeom prst="rect">
            <a:avLst/>
          </a:prstGeom>
        </p:spPr>
        <p:txBody>
          <a:bodyPr lIns="0" tIns="0" rIns="0" bIns="0" rtlCol="0" anchor="t">
            <a:spAutoFit/>
          </a:bodyPr>
          <a:lstStyle/>
          <a:p>
            <a:pPr algn="l">
              <a:lnSpc>
                <a:spcPts val="1545"/>
              </a:lnSpc>
            </a:pPr>
            <a:r>
              <a:rPr lang="en-US" sz="1103" dirty="0">
                <a:solidFill>
                  <a:srgbClr val="000000"/>
                </a:solidFill>
                <a:latin typeface="Calibri (MS)"/>
                <a:ea typeface="Calibri (MS)"/>
                <a:cs typeface="Calibri (MS)"/>
                <a:sym typeface="Calibri (MS)"/>
              </a:rPr>
              <a:t>Dept. of ISE, GNDEC, Bidar</a:t>
            </a:r>
          </a:p>
        </p:txBody>
      </p:sp>
      <p:sp>
        <p:nvSpPr>
          <p:cNvPr id="27" name="TextBox 27"/>
          <p:cNvSpPr txBox="1"/>
          <p:nvPr/>
        </p:nvSpPr>
        <p:spPr>
          <a:xfrm>
            <a:off x="6572755" y="9879559"/>
            <a:ext cx="103823"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4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417" y="580644"/>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896417" y="9888931"/>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914705" y="1511125"/>
            <a:ext cx="2138429" cy="9525"/>
          </a:xfrm>
          <a:custGeom>
            <a:avLst/>
            <a:gdLst/>
            <a:ahLst/>
            <a:cxnLst/>
            <a:rect l="l" t="t" r="r" b="b"/>
            <a:pathLst>
              <a:path w="2138429" h="9525">
                <a:moveTo>
                  <a:pt x="0" y="0"/>
                </a:moveTo>
                <a:lnTo>
                  <a:pt x="2138429" y="0"/>
                </a:lnTo>
                <a:lnTo>
                  <a:pt x="2138429" y="9525"/>
                </a:lnTo>
                <a:lnTo>
                  <a:pt x="0" y="95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914705" y="3460702"/>
            <a:ext cx="2078993" cy="9525"/>
          </a:xfrm>
          <a:custGeom>
            <a:avLst/>
            <a:gdLst/>
            <a:ahLst/>
            <a:cxnLst/>
            <a:rect l="l" t="t" r="r" b="b"/>
            <a:pathLst>
              <a:path w="2078993" h="9525">
                <a:moveTo>
                  <a:pt x="0" y="0"/>
                </a:moveTo>
                <a:lnTo>
                  <a:pt x="2078993" y="0"/>
                </a:lnTo>
                <a:lnTo>
                  <a:pt x="2078993" y="9525"/>
                </a:lnTo>
                <a:lnTo>
                  <a:pt x="0" y="95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TextBox 6"/>
          <p:cNvSpPr txBox="1"/>
          <p:nvPr/>
        </p:nvSpPr>
        <p:spPr>
          <a:xfrm>
            <a:off x="914705" y="328841"/>
            <a:ext cx="4057469"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 using Machine learning</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7" name="TextBox 7"/>
          <p:cNvSpPr txBox="1"/>
          <p:nvPr/>
        </p:nvSpPr>
        <p:spPr>
          <a:xfrm>
            <a:off x="6642859" y="684085"/>
            <a:ext cx="32252" cy="177746"/>
          </a:xfrm>
          <a:prstGeom prst="rect">
            <a:avLst/>
          </a:prstGeom>
        </p:spPr>
        <p:txBody>
          <a:bodyPr lIns="0" tIns="0" rIns="0" bIns="0" rtlCol="0" anchor="t">
            <a:spAutoFit/>
          </a:bodyPr>
          <a:lstStyle/>
          <a:p>
            <a:pPr algn="l">
              <a:lnSpc>
                <a:spcPts val="1313"/>
              </a:lnSpc>
            </a:pPr>
            <a:r>
              <a:rPr lang="en-US" sz="996">
                <a:solidFill>
                  <a:srgbClr val="000000"/>
                </a:solidFill>
                <a:latin typeface="Times New Roman"/>
                <a:ea typeface="Times New Roman"/>
                <a:cs typeface="Times New Roman"/>
                <a:sym typeface="Times New Roman"/>
              </a:rPr>
              <a:t> </a:t>
            </a:r>
          </a:p>
        </p:txBody>
      </p:sp>
      <p:sp>
        <p:nvSpPr>
          <p:cNvPr id="9" name="TextBox 9"/>
          <p:cNvSpPr txBox="1"/>
          <p:nvPr/>
        </p:nvSpPr>
        <p:spPr>
          <a:xfrm>
            <a:off x="914705" y="754546"/>
            <a:ext cx="2067792" cy="330668"/>
          </a:xfrm>
          <a:prstGeom prst="rect">
            <a:avLst/>
          </a:prstGeom>
        </p:spPr>
        <p:txBody>
          <a:bodyPr wrap="square" lIns="0" tIns="0" rIns="0" bIns="0" rtlCol="0" anchor="t">
            <a:spAutoFit/>
          </a:bodyPr>
          <a:lstStyle/>
          <a:p>
            <a:pPr algn="l">
              <a:lnSpc>
                <a:spcPts val="3000"/>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System Requirements: </a:t>
            </a:r>
          </a:p>
        </p:txBody>
      </p:sp>
      <p:sp>
        <p:nvSpPr>
          <p:cNvPr id="10" name="TextBox 10"/>
          <p:cNvSpPr txBox="1"/>
          <p:nvPr/>
        </p:nvSpPr>
        <p:spPr>
          <a:xfrm>
            <a:off x="914705" y="1179122"/>
            <a:ext cx="2220135" cy="351177"/>
          </a:xfrm>
          <a:prstGeom prst="rect">
            <a:avLst/>
          </a:prstGeom>
        </p:spPr>
        <p:txBody>
          <a:bodyPr lIns="0" tIns="0" rIns="0" bIns="0" rtlCol="0" anchor="t">
            <a:spAutoFit/>
          </a:bodyPr>
          <a:lstStyle/>
          <a:p>
            <a:pPr algn="l">
              <a:lnSpc>
                <a:spcPts val="3000"/>
              </a:lnSpc>
            </a:pPr>
            <a:r>
              <a:rPr lang="en-US" sz="1200" dirty="0">
                <a:solidFill>
                  <a:srgbClr val="000000"/>
                </a:solidFill>
                <a:latin typeface="Times New Roman"/>
                <a:ea typeface="Times New Roman"/>
                <a:cs typeface="Times New Roman"/>
                <a:sym typeface="Times New Roman"/>
              </a:rPr>
              <a:t>HARDWARE REQUIREMENTS: </a:t>
            </a:r>
          </a:p>
        </p:txBody>
      </p:sp>
      <p:sp>
        <p:nvSpPr>
          <p:cNvPr id="11" name="TextBox 11"/>
          <p:cNvSpPr txBox="1"/>
          <p:nvPr/>
        </p:nvSpPr>
        <p:spPr>
          <a:xfrm>
            <a:off x="914705" y="1569456"/>
            <a:ext cx="1775555"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Processor: Intel i3 or higher </a:t>
            </a:r>
          </a:p>
        </p:txBody>
      </p:sp>
      <p:sp>
        <p:nvSpPr>
          <p:cNvPr id="12" name="TextBox 12"/>
          <p:cNvSpPr txBox="1"/>
          <p:nvPr/>
        </p:nvSpPr>
        <p:spPr>
          <a:xfrm>
            <a:off x="914705" y="1959600"/>
            <a:ext cx="2846594"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RAM: 4 GB minimum (8 GB recommended) </a:t>
            </a:r>
          </a:p>
        </p:txBody>
      </p:sp>
      <p:sp>
        <p:nvSpPr>
          <p:cNvPr id="13" name="TextBox 13"/>
          <p:cNvSpPr txBox="1"/>
          <p:nvPr/>
        </p:nvSpPr>
        <p:spPr>
          <a:xfrm>
            <a:off x="914705" y="2349744"/>
            <a:ext cx="2366258"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Hard Disk: 20 GB or more free space </a:t>
            </a:r>
          </a:p>
        </p:txBody>
      </p:sp>
      <p:sp>
        <p:nvSpPr>
          <p:cNvPr id="14" name="TextBox 14"/>
          <p:cNvSpPr txBox="1"/>
          <p:nvPr/>
        </p:nvSpPr>
        <p:spPr>
          <a:xfrm>
            <a:off x="914705" y="2740269"/>
            <a:ext cx="3394024"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Network: Internet/LAN connection for packet capture </a:t>
            </a:r>
          </a:p>
        </p:txBody>
      </p:sp>
      <p:sp>
        <p:nvSpPr>
          <p:cNvPr id="15" name="TextBox 15"/>
          <p:cNvSpPr txBox="1"/>
          <p:nvPr/>
        </p:nvSpPr>
        <p:spPr>
          <a:xfrm>
            <a:off x="914705" y="3130413"/>
            <a:ext cx="2159508"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SOFTWARE REQUIREMENTS: </a:t>
            </a:r>
          </a:p>
        </p:txBody>
      </p:sp>
      <p:sp>
        <p:nvSpPr>
          <p:cNvPr id="16" name="TextBox 16"/>
          <p:cNvSpPr txBox="1"/>
          <p:nvPr/>
        </p:nvSpPr>
        <p:spPr>
          <a:xfrm>
            <a:off x="914705" y="3519033"/>
            <a:ext cx="2327396"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Operating System: Windows / Linux </a:t>
            </a:r>
          </a:p>
        </p:txBody>
      </p:sp>
      <p:sp>
        <p:nvSpPr>
          <p:cNvPr id="17" name="TextBox 17"/>
          <p:cNvSpPr txBox="1"/>
          <p:nvPr/>
        </p:nvSpPr>
        <p:spPr>
          <a:xfrm>
            <a:off x="914705" y="3909177"/>
            <a:ext cx="2067792"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Programming Language: Python </a:t>
            </a:r>
          </a:p>
        </p:txBody>
      </p:sp>
      <p:sp>
        <p:nvSpPr>
          <p:cNvPr id="18" name="TextBox 18"/>
          <p:cNvSpPr txBox="1"/>
          <p:nvPr/>
        </p:nvSpPr>
        <p:spPr>
          <a:xfrm>
            <a:off x="914705" y="4299321"/>
            <a:ext cx="3213706"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Libraries: Scikit-learn, Pandas, NumPy, Matplotlib </a:t>
            </a:r>
          </a:p>
        </p:txBody>
      </p:sp>
      <p:sp>
        <p:nvSpPr>
          <p:cNvPr id="19" name="TextBox 19"/>
          <p:cNvSpPr txBox="1"/>
          <p:nvPr/>
        </p:nvSpPr>
        <p:spPr>
          <a:xfrm>
            <a:off x="914705" y="4689465"/>
            <a:ext cx="2991155"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Web Framework: Flask / Django (for interface) </a:t>
            </a:r>
          </a:p>
        </p:txBody>
      </p:sp>
      <p:sp>
        <p:nvSpPr>
          <p:cNvPr id="20" name="TextBox 20"/>
          <p:cNvSpPr txBox="1"/>
          <p:nvPr/>
        </p:nvSpPr>
        <p:spPr>
          <a:xfrm>
            <a:off x="914705" y="5079857"/>
            <a:ext cx="4852521"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Tools: Wireshark (optional for packet analysis), Jupyter Notebook / VS Code </a:t>
            </a:r>
          </a:p>
        </p:txBody>
      </p:sp>
      <p:sp>
        <p:nvSpPr>
          <p:cNvPr id="21" name="TextBox 21"/>
          <p:cNvSpPr txBox="1"/>
          <p:nvPr/>
        </p:nvSpPr>
        <p:spPr>
          <a:xfrm>
            <a:off x="914705" y="5470001"/>
            <a:ext cx="2689584" cy="351177"/>
          </a:xfrm>
          <a:prstGeom prst="rect">
            <a:avLst/>
          </a:prstGeom>
        </p:spPr>
        <p:txBody>
          <a:bodyPr lIns="0" tIns="0" rIns="0" bIns="0" rtlCol="0" anchor="t">
            <a:spAutoFit/>
          </a:bodyPr>
          <a:lstStyle/>
          <a:p>
            <a:pPr algn="l">
              <a:lnSpc>
                <a:spcPts val="3000"/>
              </a:lnSpc>
            </a:pPr>
            <a:r>
              <a:rPr lang="en-US" sz="1200">
                <a:solidFill>
                  <a:srgbClr val="000000"/>
                </a:solidFill>
                <a:latin typeface="Times New Roman"/>
                <a:ea typeface="Times New Roman"/>
                <a:cs typeface="Times New Roman"/>
                <a:sym typeface="Times New Roman"/>
              </a:rPr>
              <a:t>Browser: Chrome / Edge for web interface </a:t>
            </a:r>
          </a:p>
        </p:txBody>
      </p:sp>
      <p:sp>
        <p:nvSpPr>
          <p:cNvPr id="22" name="TextBox 22"/>
          <p:cNvSpPr txBox="1"/>
          <p:nvPr/>
        </p:nvSpPr>
        <p:spPr>
          <a:xfrm>
            <a:off x="914705" y="6175029"/>
            <a:ext cx="1339545" cy="330668"/>
          </a:xfrm>
          <a:prstGeom prst="rect">
            <a:avLst/>
          </a:prstGeom>
        </p:spPr>
        <p:txBody>
          <a:bodyPr wrap="square" lIns="0" tIns="0" rIns="0" bIns="0" rtlCol="0" anchor="t">
            <a:spAutoFit/>
          </a:bodyPr>
          <a:lstStyle/>
          <a:p>
            <a:pPr algn="l">
              <a:lnSpc>
                <a:spcPts val="3000"/>
              </a:lnSpc>
            </a:pPr>
            <a:r>
              <a:rPr lang="en-US" sz="1400"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Conclusion </a:t>
            </a:r>
          </a:p>
        </p:txBody>
      </p:sp>
      <p:sp>
        <p:nvSpPr>
          <p:cNvPr id="23" name="TextBox 23"/>
          <p:cNvSpPr txBox="1"/>
          <p:nvPr/>
        </p:nvSpPr>
        <p:spPr>
          <a:xfrm>
            <a:off x="914705" y="6562125"/>
            <a:ext cx="5880964" cy="2736775"/>
          </a:xfrm>
          <a:prstGeom prst="rect">
            <a:avLst/>
          </a:prstGeom>
        </p:spPr>
        <p:txBody>
          <a:bodyPr lIns="0" tIns="0" rIns="0" bIns="0" rtlCol="0" anchor="t">
            <a:spAutoFit/>
          </a:bodyPr>
          <a:lstStyle/>
          <a:p>
            <a:pPr algn="just">
              <a:lnSpc>
                <a:spcPct val="150000"/>
              </a:lnSpc>
            </a:pPr>
            <a:r>
              <a:rPr lang="en-US" sz="1200" spc="14" dirty="0">
                <a:solidFill>
                  <a:srgbClr val="000000"/>
                </a:solidFill>
                <a:latin typeface="Times New Roman"/>
                <a:ea typeface="Times New Roman"/>
                <a:cs typeface="Times New Roman"/>
                <a:sym typeface="Times New Roman"/>
              </a:rPr>
              <a:t>In this project, a Machine Learning-based Network Intrusion Detection System (NIDS) has </a:t>
            </a:r>
          </a:p>
          <a:p>
            <a:pPr algn="just">
              <a:lnSpc>
                <a:spcPct val="150000"/>
              </a:lnSpc>
            </a:pPr>
            <a:r>
              <a:rPr lang="en-US" sz="1200" spc="2" dirty="0">
                <a:solidFill>
                  <a:srgbClr val="000000"/>
                </a:solidFill>
                <a:latin typeface="Times New Roman"/>
                <a:ea typeface="Times New Roman"/>
                <a:cs typeface="Times New Roman"/>
                <a:sym typeface="Times New Roman"/>
              </a:rPr>
              <a:t>been developed to detect and classify network traffic as normal or malicious in real time. The </a:t>
            </a:r>
          </a:p>
          <a:p>
            <a:pPr algn="just">
              <a:lnSpc>
                <a:spcPct val="150000"/>
              </a:lnSpc>
            </a:pPr>
            <a:r>
              <a:rPr lang="en-US" sz="1200" dirty="0">
                <a:solidFill>
                  <a:srgbClr val="000000"/>
                </a:solidFill>
                <a:latin typeface="Times New Roman"/>
                <a:ea typeface="Times New Roman"/>
                <a:cs typeface="Times New Roman"/>
                <a:sym typeface="Times New Roman"/>
              </a:rPr>
              <a:t>system improves network security by identifying both known and unknown cyber attacks with </a:t>
            </a:r>
          </a:p>
          <a:p>
            <a:pPr algn="just">
              <a:lnSpc>
                <a:spcPct val="150000"/>
              </a:lnSpc>
            </a:pPr>
            <a:r>
              <a:rPr lang="en-US" sz="1200" dirty="0">
                <a:solidFill>
                  <a:srgbClr val="000000"/>
                </a:solidFill>
                <a:latin typeface="Times New Roman"/>
                <a:ea typeface="Times New Roman"/>
                <a:cs typeface="Times New Roman"/>
                <a:sym typeface="Times New Roman"/>
              </a:rPr>
              <a:t>higher accuracy compared to traditional methods. </a:t>
            </a:r>
            <a:r>
              <a:rPr lang="en-US" sz="1200" spc="2" dirty="0">
                <a:solidFill>
                  <a:srgbClr val="000000"/>
                </a:solidFill>
                <a:latin typeface="Times New Roman"/>
                <a:ea typeface="Times New Roman"/>
                <a:cs typeface="Times New Roman"/>
                <a:sym typeface="Times New Roman"/>
              </a:rPr>
              <a:t>The integration of machine learning techniques, data preprocessing, and real-time monitoring </a:t>
            </a:r>
            <a:r>
              <a:rPr lang="en-US" sz="1200" spc="9" dirty="0">
                <a:solidFill>
                  <a:srgbClr val="000000"/>
                </a:solidFill>
                <a:latin typeface="Times New Roman"/>
                <a:ea typeface="Times New Roman"/>
                <a:cs typeface="Times New Roman"/>
                <a:sym typeface="Times New Roman"/>
              </a:rPr>
              <a:t>enhances the efficiency and reliability of the system. The web-based interface provides easy </a:t>
            </a:r>
            <a:r>
              <a:rPr lang="en-US" sz="1200" dirty="0">
                <a:solidFill>
                  <a:srgbClr val="000000"/>
                </a:solidFill>
                <a:latin typeface="Times New Roman"/>
                <a:ea typeface="Times New Roman"/>
                <a:cs typeface="Times New Roman"/>
                <a:sym typeface="Times New Roman"/>
              </a:rPr>
              <a:t>visualization and user interaction. </a:t>
            </a:r>
            <a:r>
              <a:rPr lang="en-US" sz="1200" spc="22" dirty="0">
                <a:solidFill>
                  <a:srgbClr val="000000"/>
                </a:solidFill>
                <a:latin typeface="Times New Roman"/>
                <a:ea typeface="Times New Roman"/>
                <a:cs typeface="Times New Roman"/>
                <a:sym typeface="Times New Roman"/>
              </a:rPr>
              <a:t>Overall, the proposed system offers an effective and intelligent solution for modern cyber </a:t>
            </a:r>
            <a:r>
              <a:rPr lang="en-US" sz="1200" dirty="0">
                <a:solidFill>
                  <a:srgbClr val="000000"/>
                </a:solidFill>
                <a:latin typeface="Times New Roman"/>
                <a:ea typeface="Times New Roman"/>
                <a:cs typeface="Times New Roman"/>
                <a:sym typeface="Times New Roman"/>
              </a:rPr>
              <a:t>security challenges. </a:t>
            </a:r>
          </a:p>
          <a:p>
            <a:pPr algn="just">
              <a:lnSpc>
                <a:spcPct val="150000"/>
              </a:lnSpc>
            </a:pPr>
            <a:endParaRPr lang="en-US" sz="1200" dirty="0">
              <a:solidFill>
                <a:srgbClr val="000000"/>
              </a:solidFill>
              <a:latin typeface="Times New Roman"/>
              <a:ea typeface="Times New Roman"/>
              <a:cs typeface="Times New Roman"/>
              <a:sym typeface="Times New Roman"/>
            </a:endParaRPr>
          </a:p>
          <a:p>
            <a:pPr algn="just">
              <a:lnSpc>
                <a:spcPct val="150000"/>
              </a:lnSpc>
            </a:pPr>
            <a:endParaRPr lang="en-US" sz="1200" dirty="0">
              <a:solidFill>
                <a:srgbClr val="000000"/>
              </a:solidFill>
              <a:latin typeface="Times New Roman"/>
              <a:ea typeface="Times New Roman"/>
              <a:cs typeface="Times New Roman"/>
              <a:sym typeface="Times New Roman"/>
            </a:endParaRPr>
          </a:p>
        </p:txBody>
      </p:sp>
      <p:sp>
        <p:nvSpPr>
          <p:cNvPr id="26" name="TextBox 26"/>
          <p:cNvSpPr txBox="1"/>
          <p:nvPr/>
        </p:nvSpPr>
        <p:spPr>
          <a:xfrm>
            <a:off x="914705" y="9879559"/>
            <a:ext cx="1527000"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Dept. of ISE, GNDEC, Bidar</a:t>
            </a:r>
          </a:p>
        </p:txBody>
      </p:sp>
      <p:sp>
        <p:nvSpPr>
          <p:cNvPr id="27" name="TextBox 27"/>
          <p:cNvSpPr txBox="1"/>
          <p:nvPr/>
        </p:nvSpPr>
        <p:spPr>
          <a:xfrm>
            <a:off x="6572755" y="9879559"/>
            <a:ext cx="103823"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5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96417" y="580644"/>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896417" y="9888931"/>
            <a:ext cx="5764654" cy="9525"/>
          </a:xfrm>
          <a:custGeom>
            <a:avLst/>
            <a:gdLst/>
            <a:ahLst/>
            <a:cxnLst/>
            <a:rect l="l" t="t" r="r" b="b"/>
            <a:pathLst>
              <a:path w="5764654" h="9525">
                <a:moveTo>
                  <a:pt x="0" y="0"/>
                </a:moveTo>
                <a:lnTo>
                  <a:pt x="5764654" y="0"/>
                </a:lnTo>
                <a:lnTo>
                  <a:pt x="5764654" y="9525"/>
                </a:lnTo>
                <a:lnTo>
                  <a:pt x="0" y="95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910386" y="8986030"/>
            <a:ext cx="734263" cy="359073"/>
          </a:xfrm>
          <a:prstGeom prst="rect">
            <a:avLst/>
          </a:prstGeom>
        </p:spPr>
        <p:txBody>
          <a:bodyPr wrap="square" lIns="0" tIns="0" rIns="0" bIns="0" rtlCol="0" anchor="t">
            <a:spAutoFit/>
          </a:bodyPr>
          <a:lstStyle/>
          <a:p>
            <a:pPr algn="l">
              <a:lnSpc>
                <a:spcPts val="1391"/>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Guide</a:t>
            </a:r>
          </a:p>
          <a:p>
            <a:pPr algn="l">
              <a:lnSpc>
                <a:spcPts val="1391"/>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 </a:t>
            </a:r>
          </a:p>
        </p:txBody>
      </p:sp>
      <p:sp>
        <p:nvSpPr>
          <p:cNvPr id="5" name="TextBox 5"/>
          <p:cNvSpPr txBox="1"/>
          <p:nvPr/>
        </p:nvSpPr>
        <p:spPr>
          <a:xfrm>
            <a:off x="896417" y="8323209"/>
            <a:ext cx="1630985" cy="217827"/>
          </a:xfrm>
          <a:prstGeom prst="rect">
            <a:avLst/>
          </a:prstGeom>
        </p:spPr>
        <p:txBody>
          <a:bodyPr lIns="0" tIns="0" rIns="0" bIns="0" rtlCol="0" anchor="t">
            <a:spAutoFit/>
          </a:bodyPr>
          <a:lstStyle/>
          <a:p>
            <a:pPr algn="l">
              <a:lnSpc>
                <a:spcPts val="1679"/>
              </a:lnSpc>
            </a:pPr>
            <a:r>
              <a:rPr lang="en-US" sz="1200" dirty="0">
                <a:solidFill>
                  <a:srgbClr val="000000"/>
                </a:solidFill>
                <a:latin typeface="Times New Roman"/>
                <a:ea typeface="Times New Roman"/>
                <a:cs typeface="Times New Roman"/>
                <a:sym typeface="Times New Roman"/>
              </a:rPr>
              <a:t>Signature along with date </a:t>
            </a:r>
          </a:p>
        </p:txBody>
      </p:sp>
      <p:sp>
        <p:nvSpPr>
          <p:cNvPr id="6" name="TextBox 6"/>
          <p:cNvSpPr txBox="1"/>
          <p:nvPr/>
        </p:nvSpPr>
        <p:spPr>
          <a:xfrm>
            <a:off x="3154743" y="8986030"/>
            <a:ext cx="1614107" cy="205634"/>
          </a:xfrm>
          <a:prstGeom prst="rect">
            <a:avLst/>
          </a:prstGeom>
        </p:spPr>
        <p:txBody>
          <a:bodyPr wrap="square" lIns="0" tIns="0" rIns="0" bIns="0" rtlCol="0" anchor="t">
            <a:spAutoFit/>
          </a:bodyPr>
          <a:lstStyle/>
          <a:p>
            <a:pPr algn="l">
              <a:lnSpc>
                <a:spcPts val="1679"/>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Project Coordinator</a:t>
            </a:r>
          </a:p>
        </p:txBody>
      </p:sp>
      <p:sp>
        <p:nvSpPr>
          <p:cNvPr id="7" name="TextBox 7"/>
          <p:cNvSpPr txBox="1"/>
          <p:nvPr/>
        </p:nvSpPr>
        <p:spPr>
          <a:xfrm>
            <a:off x="914705" y="328841"/>
            <a:ext cx="4057469" cy="199542"/>
          </a:xfrm>
          <a:prstGeom prst="rect">
            <a:avLst/>
          </a:prstGeom>
        </p:spPr>
        <p:txBody>
          <a:bodyPr lIns="0" tIns="0" rIns="0" bIns="0" rtlCol="0" anchor="t">
            <a:spAutoFit/>
          </a:bodyPr>
          <a:lstStyle/>
          <a:p>
            <a:pPr algn="l">
              <a:lnSpc>
                <a:spcPts val="1679"/>
              </a:lnSpc>
            </a:pPr>
            <a:r>
              <a:rPr lang="en-US" sz="12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Network Intrusion Detection System using Machine learning</a:t>
            </a:r>
            <a:r>
              <a:rPr lang="en-US" sz="1200"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p>
        </p:txBody>
      </p:sp>
      <p:sp>
        <p:nvSpPr>
          <p:cNvPr id="8" name="TextBox 8"/>
          <p:cNvSpPr txBox="1"/>
          <p:nvPr/>
        </p:nvSpPr>
        <p:spPr>
          <a:xfrm>
            <a:off x="5928112" y="8951221"/>
            <a:ext cx="820747" cy="205634"/>
          </a:xfrm>
          <a:prstGeom prst="rect">
            <a:avLst/>
          </a:prstGeom>
        </p:spPr>
        <p:txBody>
          <a:bodyPr wrap="square" lIns="0" tIns="0" rIns="0" bIns="0" rtlCol="0" anchor="t">
            <a:spAutoFit/>
          </a:bodyPr>
          <a:lstStyle/>
          <a:p>
            <a:pPr algn="l">
              <a:lnSpc>
                <a:spcPts val="1679"/>
              </a:lnSpc>
            </a:pPr>
            <a:r>
              <a:rPr lang="en-US" sz="1400" b="1" spc="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HOD ISE</a:t>
            </a:r>
          </a:p>
        </p:txBody>
      </p:sp>
      <p:sp>
        <p:nvSpPr>
          <p:cNvPr id="9" name="TextBox 9"/>
          <p:cNvSpPr txBox="1"/>
          <p:nvPr/>
        </p:nvSpPr>
        <p:spPr>
          <a:xfrm>
            <a:off x="6642859" y="684085"/>
            <a:ext cx="32252" cy="177746"/>
          </a:xfrm>
          <a:prstGeom prst="rect">
            <a:avLst/>
          </a:prstGeom>
        </p:spPr>
        <p:txBody>
          <a:bodyPr lIns="0" tIns="0" rIns="0" bIns="0" rtlCol="0" anchor="t">
            <a:spAutoFit/>
          </a:bodyPr>
          <a:lstStyle/>
          <a:p>
            <a:pPr algn="l">
              <a:lnSpc>
                <a:spcPts val="1335"/>
              </a:lnSpc>
            </a:pPr>
            <a:r>
              <a:rPr lang="en-US" sz="996">
                <a:solidFill>
                  <a:srgbClr val="000000"/>
                </a:solidFill>
                <a:latin typeface="Times New Roman"/>
                <a:ea typeface="Times New Roman"/>
                <a:cs typeface="Times New Roman"/>
                <a:sym typeface="Times New Roman"/>
              </a:rPr>
              <a:t> </a:t>
            </a:r>
          </a:p>
        </p:txBody>
      </p:sp>
      <p:sp>
        <p:nvSpPr>
          <p:cNvPr id="10" name="TextBox 10"/>
          <p:cNvSpPr txBox="1"/>
          <p:nvPr/>
        </p:nvSpPr>
        <p:spPr>
          <a:xfrm>
            <a:off x="914705" y="850049"/>
            <a:ext cx="5879821" cy="1674946"/>
          </a:xfrm>
          <a:prstGeom prst="rect">
            <a:avLst/>
          </a:prstGeom>
        </p:spPr>
        <p:txBody>
          <a:bodyPr lIns="0" tIns="0" rIns="0" bIns="0" rtlCol="0" anchor="t">
            <a:spAutoFit/>
          </a:bodyPr>
          <a:lstStyle/>
          <a:p>
            <a:pPr algn="just">
              <a:lnSpc>
                <a:spcPct val="150000"/>
              </a:lnSpc>
            </a:pPr>
            <a:r>
              <a:rPr lang="en-US" sz="14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References</a:t>
            </a:r>
            <a:r>
              <a:rPr lang="en-US" sz="1200" b="1" i="1" dirty="0">
                <a:solidFill>
                  <a:srgbClr val="000000"/>
                </a:solidFill>
                <a:latin typeface="Times New Roman Bold Italics"/>
                <a:ea typeface="Times New Roman Bold Italics"/>
                <a:cs typeface="Times New Roman Bold Italics"/>
                <a:sym typeface="Times New Roman Bold Italics"/>
              </a:rPr>
              <a:t> </a:t>
            </a:r>
          </a:p>
          <a:p>
            <a:pPr algn="just">
              <a:lnSpc>
                <a:spcPct val="150000"/>
              </a:lnSpc>
            </a:pPr>
            <a:r>
              <a:rPr lang="en-US" sz="1200" dirty="0">
                <a:solidFill>
                  <a:srgbClr val="000000"/>
                </a:solidFill>
                <a:latin typeface="Times New Roman"/>
                <a:ea typeface="Times New Roman"/>
                <a:cs typeface="Times New Roman"/>
                <a:sym typeface="Times New Roman"/>
              </a:rPr>
              <a:t>[1] Zong Xuejun, Guo Xin, He Yan, </a:t>
            </a:r>
            <a:r>
              <a:rPr lang="en-US" sz="1200" dirty="0" err="1">
                <a:solidFill>
                  <a:srgbClr val="000000"/>
                </a:solidFill>
                <a:latin typeface="Times New Roman"/>
                <a:ea typeface="Times New Roman"/>
                <a:cs typeface="Times New Roman"/>
                <a:sym typeface="Times New Roman"/>
              </a:rPr>
              <a:t>etc.Research</a:t>
            </a:r>
            <a:r>
              <a:rPr lang="en-US" sz="1200" dirty="0">
                <a:solidFill>
                  <a:srgbClr val="000000"/>
                </a:solidFill>
                <a:latin typeface="Times New Roman"/>
                <a:ea typeface="Times New Roman"/>
                <a:cs typeface="Times New Roman"/>
                <a:sym typeface="Times New Roman"/>
              </a:rPr>
              <a:t> on intrusion detection methods for industrial </a:t>
            </a:r>
          </a:p>
          <a:p>
            <a:pPr algn="just">
              <a:lnSpc>
                <a:spcPct val="150000"/>
              </a:lnSpc>
            </a:pPr>
            <a:r>
              <a:rPr lang="en-US" sz="1200" dirty="0">
                <a:solidFill>
                  <a:srgbClr val="000000"/>
                </a:solidFill>
                <a:latin typeface="Times New Roman"/>
                <a:ea typeface="Times New Roman"/>
                <a:cs typeface="Times New Roman"/>
                <a:sym typeface="Times New Roman"/>
              </a:rPr>
              <a:t>control networks [J].Journal of Chongqing University of Technology: Natural Sciences, 2023, </a:t>
            </a:r>
          </a:p>
          <a:p>
            <a:pPr algn="just">
              <a:lnSpc>
                <a:spcPct val="150000"/>
              </a:lnSpc>
            </a:pPr>
            <a:r>
              <a:rPr lang="en-US" sz="1200" dirty="0">
                <a:solidFill>
                  <a:srgbClr val="000000"/>
                </a:solidFill>
                <a:latin typeface="Times New Roman"/>
                <a:ea typeface="Times New Roman"/>
                <a:cs typeface="Times New Roman"/>
                <a:sym typeface="Times New Roman"/>
              </a:rPr>
              <a:t>37(7):208-216. </a:t>
            </a:r>
          </a:p>
          <a:p>
            <a:pPr algn="just">
              <a:lnSpc>
                <a:spcPct val="150000"/>
              </a:lnSpc>
            </a:pPr>
            <a:r>
              <a:rPr lang="en-US" sz="1200" spc="3" dirty="0">
                <a:solidFill>
                  <a:srgbClr val="000000"/>
                </a:solidFill>
                <a:latin typeface="Times New Roman"/>
                <a:ea typeface="Times New Roman"/>
                <a:cs typeface="Times New Roman"/>
                <a:sym typeface="Times New Roman"/>
              </a:rPr>
              <a:t>[2] Hu Xiangdong, Li </a:t>
            </a:r>
            <a:r>
              <a:rPr lang="en-US" sz="1200" spc="3" dirty="0" err="1">
                <a:solidFill>
                  <a:srgbClr val="000000"/>
                </a:solidFill>
                <a:latin typeface="Times New Roman"/>
                <a:ea typeface="Times New Roman"/>
                <a:cs typeface="Times New Roman"/>
                <a:sym typeface="Times New Roman"/>
              </a:rPr>
              <a:t>Zhihan.Industrial</a:t>
            </a:r>
            <a:r>
              <a:rPr lang="en-US" sz="1200" spc="3" dirty="0">
                <a:solidFill>
                  <a:srgbClr val="000000"/>
                </a:solidFill>
                <a:latin typeface="Times New Roman"/>
                <a:ea typeface="Times New Roman"/>
                <a:cs typeface="Times New Roman"/>
                <a:sym typeface="Times New Roman"/>
              </a:rPr>
              <a:t> Internet intrusion detection method based on capsule </a:t>
            </a:r>
          </a:p>
          <a:p>
            <a:pPr algn="just">
              <a:lnSpc>
                <a:spcPct val="150000"/>
              </a:lnSpc>
            </a:pPr>
            <a:r>
              <a:rPr lang="en-US" sz="1200" dirty="0">
                <a:solidFill>
                  <a:srgbClr val="000000"/>
                </a:solidFill>
                <a:latin typeface="Times New Roman"/>
                <a:ea typeface="Times New Roman"/>
                <a:cs typeface="Times New Roman"/>
                <a:sym typeface="Times New Roman"/>
              </a:rPr>
              <a:t>network [J].Journal of Electronics, 2022, 50(6):1457-1465. </a:t>
            </a:r>
          </a:p>
        </p:txBody>
      </p:sp>
      <p:sp>
        <p:nvSpPr>
          <p:cNvPr id="11" name="TextBox 11"/>
          <p:cNvSpPr txBox="1"/>
          <p:nvPr/>
        </p:nvSpPr>
        <p:spPr>
          <a:xfrm>
            <a:off x="910387" y="2541046"/>
            <a:ext cx="5838473" cy="797782"/>
          </a:xfrm>
          <a:prstGeom prst="rect">
            <a:avLst/>
          </a:prstGeom>
        </p:spPr>
        <p:txBody>
          <a:bodyPr lIns="0" tIns="0" rIns="0" bIns="0" rtlCol="0" anchor="t">
            <a:spAutoFit/>
          </a:bodyPr>
          <a:lstStyle/>
          <a:p>
            <a:pPr algn="l">
              <a:lnSpc>
                <a:spcPct val="150000"/>
              </a:lnSpc>
            </a:pPr>
            <a:r>
              <a:rPr lang="en-US" sz="1200" dirty="0">
                <a:solidFill>
                  <a:srgbClr val="000000"/>
                </a:solidFill>
                <a:latin typeface="Times New Roman"/>
                <a:ea typeface="Times New Roman"/>
                <a:cs typeface="Times New Roman"/>
                <a:sym typeface="Times New Roman"/>
              </a:rPr>
              <a:t>[3] Srinivas, M., 2013. Medical image indexing and retrieval using multiple features. </a:t>
            </a:r>
          </a:p>
          <a:p>
            <a:pPr algn="l">
              <a:lnSpc>
                <a:spcPct val="150000"/>
              </a:lnSpc>
            </a:pPr>
            <a:r>
              <a:rPr lang="en-US" sz="1200" spc="7" dirty="0">
                <a:solidFill>
                  <a:srgbClr val="000000"/>
                </a:solidFill>
                <a:latin typeface="Times New Roman"/>
                <a:ea typeface="Times New Roman"/>
                <a:cs typeface="Times New Roman"/>
                <a:sym typeface="Times New Roman"/>
              </a:rPr>
              <a:t>[4] Li </a:t>
            </a:r>
            <a:r>
              <a:rPr lang="en-US" sz="1200" spc="7" dirty="0" err="1">
                <a:solidFill>
                  <a:srgbClr val="000000"/>
                </a:solidFill>
                <a:latin typeface="Times New Roman"/>
                <a:ea typeface="Times New Roman"/>
                <a:cs typeface="Times New Roman"/>
                <a:sym typeface="Times New Roman"/>
              </a:rPr>
              <a:t>Lusheng.Research</a:t>
            </a:r>
            <a:r>
              <a:rPr lang="en-US" sz="1200" spc="7" dirty="0">
                <a:solidFill>
                  <a:srgbClr val="000000"/>
                </a:solidFill>
                <a:latin typeface="Times New Roman"/>
                <a:ea typeface="Times New Roman"/>
                <a:cs typeface="Times New Roman"/>
                <a:sym typeface="Times New Roman"/>
              </a:rPr>
              <a:t> on campus network information Security Technology based on the</a:t>
            </a:r>
          </a:p>
          <a:p>
            <a:pPr>
              <a:lnSpc>
                <a:spcPct val="150000"/>
              </a:lnSpc>
            </a:pPr>
            <a:r>
              <a:rPr lang="en-US" sz="1200" dirty="0">
                <a:solidFill>
                  <a:srgbClr val="000000"/>
                </a:solidFill>
                <a:latin typeface="Times New Roman"/>
                <a:ea typeface="Times New Roman"/>
                <a:cs typeface="Times New Roman"/>
                <a:sym typeface="Times New Roman"/>
              </a:rPr>
              <a:t>context of big data [J].software, 2021, 042(010):63-66,101.</a:t>
            </a:r>
            <a:r>
              <a:rPr lang="en-US" sz="1200" spc="7" dirty="0">
                <a:solidFill>
                  <a:srgbClr val="000000"/>
                </a:solidFill>
                <a:latin typeface="Times New Roman"/>
                <a:ea typeface="Times New Roman"/>
                <a:cs typeface="Times New Roman"/>
                <a:sym typeface="Times New Roman"/>
              </a:rPr>
              <a:t> </a:t>
            </a:r>
          </a:p>
        </p:txBody>
      </p:sp>
      <p:sp>
        <p:nvSpPr>
          <p:cNvPr id="12" name="TextBox 12"/>
          <p:cNvSpPr txBox="1"/>
          <p:nvPr/>
        </p:nvSpPr>
        <p:spPr>
          <a:xfrm>
            <a:off x="910387" y="3380942"/>
            <a:ext cx="5879487" cy="1351780"/>
          </a:xfrm>
          <a:prstGeom prst="rect">
            <a:avLst/>
          </a:prstGeom>
        </p:spPr>
        <p:txBody>
          <a:bodyPr lIns="0" tIns="0" rIns="0" bIns="0" rtlCol="0" anchor="t">
            <a:spAutoFit/>
          </a:bodyPr>
          <a:lstStyle/>
          <a:p>
            <a:pPr algn="just">
              <a:lnSpc>
                <a:spcPct val="150000"/>
              </a:lnSpc>
            </a:pPr>
            <a:r>
              <a:rPr lang="en-US" sz="1200" spc="2" dirty="0">
                <a:solidFill>
                  <a:srgbClr val="000000"/>
                </a:solidFill>
                <a:latin typeface="Times New Roman"/>
                <a:ea typeface="Times New Roman"/>
                <a:cs typeface="Times New Roman"/>
                <a:sym typeface="Times New Roman"/>
              </a:rPr>
              <a:t>[5] Mohammadpour L , Ling T C , Liew C S ,et </a:t>
            </a:r>
            <a:r>
              <a:rPr lang="en-US" sz="1200" spc="2" dirty="0" err="1">
                <a:solidFill>
                  <a:srgbClr val="000000"/>
                </a:solidFill>
                <a:latin typeface="Times New Roman"/>
                <a:ea typeface="Times New Roman"/>
                <a:cs typeface="Times New Roman"/>
                <a:sym typeface="Times New Roman"/>
              </a:rPr>
              <a:t>al.A</a:t>
            </a:r>
            <a:r>
              <a:rPr lang="en-US" sz="1200" spc="2" dirty="0">
                <a:solidFill>
                  <a:srgbClr val="000000"/>
                </a:solidFill>
                <a:latin typeface="Times New Roman"/>
                <a:ea typeface="Times New Roman"/>
                <a:cs typeface="Times New Roman"/>
                <a:sym typeface="Times New Roman"/>
              </a:rPr>
              <a:t> Mean Convolutional Layer for Intrusion </a:t>
            </a:r>
          </a:p>
          <a:p>
            <a:pPr algn="just">
              <a:lnSpc>
                <a:spcPct val="150000"/>
              </a:lnSpc>
            </a:pPr>
            <a:r>
              <a:rPr lang="en-US" sz="1200" dirty="0">
                <a:solidFill>
                  <a:srgbClr val="000000"/>
                </a:solidFill>
                <a:latin typeface="Times New Roman"/>
                <a:ea typeface="Times New Roman"/>
                <a:cs typeface="Times New Roman"/>
                <a:sym typeface="Times New Roman"/>
              </a:rPr>
              <a:t>Detection System[J].Security and Communication Networks, 2020, 2020(176):1-16. </a:t>
            </a:r>
          </a:p>
          <a:p>
            <a:pPr algn="just">
              <a:lnSpc>
                <a:spcPct val="150000"/>
              </a:lnSpc>
            </a:pPr>
            <a:r>
              <a:rPr lang="en-US" sz="1200" spc="43" dirty="0">
                <a:solidFill>
                  <a:srgbClr val="000000"/>
                </a:solidFill>
                <a:latin typeface="Times New Roman"/>
                <a:ea typeface="Times New Roman"/>
                <a:cs typeface="Times New Roman"/>
                <a:sym typeface="Times New Roman"/>
              </a:rPr>
              <a:t>[6] Dong R H , Li X Y , Zhang Q Y ,et </a:t>
            </a:r>
            <a:r>
              <a:rPr lang="en-US" sz="1200" spc="43" dirty="0" err="1">
                <a:solidFill>
                  <a:srgbClr val="000000"/>
                </a:solidFill>
                <a:latin typeface="Times New Roman"/>
                <a:ea typeface="Times New Roman"/>
                <a:cs typeface="Times New Roman"/>
                <a:sym typeface="Times New Roman"/>
              </a:rPr>
              <a:t>al.Network</a:t>
            </a:r>
            <a:r>
              <a:rPr lang="en-US" sz="1200" spc="43" dirty="0">
                <a:solidFill>
                  <a:srgbClr val="000000"/>
                </a:solidFill>
                <a:latin typeface="Times New Roman"/>
                <a:ea typeface="Times New Roman"/>
                <a:cs typeface="Times New Roman"/>
                <a:sym typeface="Times New Roman"/>
              </a:rPr>
              <a:t> intrusion detection model based on </a:t>
            </a:r>
          </a:p>
          <a:p>
            <a:pPr algn="just">
              <a:lnSpc>
                <a:spcPct val="150000"/>
              </a:lnSpc>
            </a:pPr>
            <a:r>
              <a:rPr lang="en-US" sz="1200" dirty="0">
                <a:solidFill>
                  <a:srgbClr val="000000"/>
                </a:solidFill>
                <a:latin typeface="Times New Roman"/>
                <a:ea typeface="Times New Roman"/>
                <a:cs typeface="Times New Roman"/>
                <a:sym typeface="Times New Roman"/>
              </a:rPr>
              <a:t>multivariate correlation analysis – long short-time memory network[J].IET Information </a:t>
            </a:r>
          </a:p>
          <a:p>
            <a:pPr algn="just">
              <a:lnSpc>
                <a:spcPct val="150000"/>
              </a:lnSpc>
            </a:pPr>
            <a:r>
              <a:rPr lang="en-US" sz="1200" dirty="0">
                <a:solidFill>
                  <a:srgbClr val="000000"/>
                </a:solidFill>
                <a:latin typeface="Times New Roman"/>
                <a:ea typeface="Times New Roman"/>
                <a:cs typeface="Times New Roman"/>
                <a:sym typeface="Times New Roman"/>
              </a:rPr>
              <a:t>Security, 2020, 14(2):166-174. </a:t>
            </a:r>
          </a:p>
        </p:txBody>
      </p:sp>
      <p:sp>
        <p:nvSpPr>
          <p:cNvPr id="13" name="TextBox 13"/>
          <p:cNvSpPr txBox="1"/>
          <p:nvPr/>
        </p:nvSpPr>
        <p:spPr>
          <a:xfrm>
            <a:off x="915486" y="4802776"/>
            <a:ext cx="5880802" cy="797782"/>
          </a:xfrm>
          <a:prstGeom prst="rect">
            <a:avLst/>
          </a:prstGeom>
        </p:spPr>
        <p:txBody>
          <a:bodyPr lIns="0" tIns="0" rIns="0" bIns="0" rtlCol="0" anchor="t">
            <a:spAutoFit/>
          </a:bodyPr>
          <a:lstStyle/>
          <a:p>
            <a:pPr algn="just">
              <a:lnSpc>
                <a:spcPct val="150000"/>
              </a:lnSpc>
            </a:pPr>
            <a:r>
              <a:rPr lang="en-US" sz="1200" dirty="0">
                <a:solidFill>
                  <a:srgbClr val="000000"/>
                </a:solidFill>
                <a:latin typeface="Times New Roman"/>
                <a:ea typeface="Times New Roman"/>
                <a:cs typeface="Times New Roman"/>
                <a:sym typeface="Times New Roman"/>
              </a:rPr>
              <a:t>[7] Subramanian, P., Ramesh, G.P. and </a:t>
            </a:r>
            <a:r>
              <a:rPr lang="en-US" sz="1200" dirty="0" err="1">
                <a:solidFill>
                  <a:srgbClr val="000000"/>
                </a:solidFill>
                <a:latin typeface="Times New Roman"/>
                <a:ea typeface="Times New Roman"/>
                <a:cs typeface="Times New Roman"/>
                <a:sym typeface="Times New Roman"/>
              </a:rPr>
              <a:t>Parameshachari</a:t>
            </a:r>
            <a:r>
              <a:rPr lang="en-US" sz="1200" dirty="0">
                <a:solidFill>
                  <a:srgbClr val="000000"/>
                </a:solidFill>
                <a:latin typeface="Times New Roman"/>
                <a:ea typeface="Times New Roman"/>
                <a:cs typeface="Times New Roman"/>
                <a:sym typeface="Times New Roman"/>
              </a:rPr>
              <a:t>, B.D., 2022. Comparative analysis of </a:t>
            </a:r>
          </a:p>
          <a:p>
            <a:pPr algn="just">
              <a:lnSpc>
                <a:spcPct val="150000"/>
              </a:lnSpc>
            </a:pPr>
            <a:r>
              <a:rPr lang="en-US" sz="1200" spc="10" dirty="0">
                <a:solidFill>
                  <a:srgbClr val="000000"/>
                </a:solidFill>
                <a:latin typeface="Times New Roman"/>
                <a:ea typeface="Times New Roman"/>
                <a:cs typeface="Times New Roman"/>
                <a:sym typeface="Times New Roman"/>
              </a:rPr>
              <a:t>machine learning approaches for the early diagnosis of keratoconus. Distributed Computing </a:t>
            </a:r>
          </a:p>
          <a:p>
            <a:pPr algn="just">
              <a:lnSpc>
                <a:spcPct val="150000"/>
              </a:lnSpc>
            </a:pPr>
            <a:r>
              <a:rPr lang="en-US" sz="1200" dirty="0">
                <a:solidFill>
                  <a:srgbClr val="000000"/>
                </a:solidFill>
                <a:latin typeface="Times New Roman"/>
                <a:ea typeface="Times New Roman"/>
                <a:cs typeface="Times New Roman"/>
                <a:sym typeface="Times New Roman"/>
              </a:rPr>
              <a:t>and Optimization Techniques: Select Proceedings of ICDCOT 2021, pp.241-250. </a:t>
            </a:r>
          </a:p>
        </p:txBody>
      </p:sp>
      <p:sp>
        <p:nvSpPr>
          <p:cNvPr id="14" name="TextBox 14"/>
          <p:cNvSpPr txBox="1"/>
          <p:nvPr/>
        </p:nvSpPr>
        <p:spPr>
          <a:xfrm>
            <a:off x="914705" y="5674367"/>
            <a:ext cx="5881583" cy="2182777"/>
          </a:xfrm>
          <a:prstGeom prst="rect">
            <a:avLst/>
          </a:prstGeom>
        </p:spPr>
        <p:txBody>
          <a:bodyPr lIns="0" tIns="0" rIns="0" bIns="0" rtlCol="0" anchor="t">
            <a:spAutoFit/>
          </a:bodyPr>
          <a:lstStyle/>
          <a:p>
            <a:pPr algn="just">
              <a:lnSpc>
                <a:spcPct val="150000"/>
              </a:lnSpc>
            </a:pPr>
            <a:r>
              <a:rPr lang="en-US" sz="1200" spc="12" dirty="0">
                <a:solidFill>
                  <a:srgbClr val="000000"/>
                </a:solidFill>
                <a:latin typeface="Times New Roman"/>
                <a:ea typeface="Times New Roman"/>
                <a:cs typeface="Times New Roman"/>
                <a:sym typeface="Times New Roman"/>
              </a:rPr>
              <a:t>[8] Aryeh F L , Alese B K , </a:t>
            </a:r>
            <a:r>
              <a:rPr lang="en-US" sz="1200" spc="12" dirty="0" err="1">
                <a:solidFill>
                  <a:srgbClr val="000000"/>
                </a:solidFill>
                <a:latin typeface="Times New Roman"/>
                <a:ea typeface="Times New Roman"/>
                <a:cs typeface="Times New Roman"/>
                <a:sym typeface="Times New Roman"/>
              </a:rPr>
              <a:t>Amuzuvi</a:t>
            </a:r>
            <a:r>
              <a:rPr lang="en-US" sz="1200" spc="12" dirty="0">
                <a:solidFill>
                  <a:srgbClr val="000000"/>
                </a:solidFill>
                <a:latin typeface="Times New Roman"/>
                <a:ea typeface="Times New Roman"/>
                <a:cs typeface="Times New Roman"/>
                <a:sym typeface="Times New Roman"/>
              </a:rPr>
              <a:t> C K ,et </a:t>
            </a:r>
            <a:r>
              <a:rPr lang="en-US" sz="1200" spc="12" dirty="0" err="1">
                <a:solidFill>
                  <a:srgbClr val="000000"/>
                </a:solidFill>
                <a:latin typeface="Times New Roman"/>
                <a:ea typeface="Times New Roman"/>
                <a:cs typeface="Times New Roman"/>
                <a:sym typeface="Times New Roman"/>
              </a:rPr>
              <a:t>al.ONDaSCA</a:t>
            </a:r>
            <a:r>
              <a:rPr lang="en-US" sz="1200" spc="12" dirty="0">
                <a:solidFill>
                  <a:srgbClr val="000000"/>
                </a:solidFill>
                <a:latin typeface="Times New Roman"/>
                <a:ea typeface="Times New Roman"/>
                <a:cs typeface="Times New Roman"/>
                <a:sym typeface="Times New Roman"/>
              </a:rPr>
              <a:t>: On-demand Network Data Set </a:t>
            </a:r>
          </a:p>
          <a:p>
            <a:pPr algn="just">
              <a:lnSpc>
                <a:spcPct val="150000"/>
              </a:lnSpc>
            </a:pPr>
            <a:r>
              <a:rPr lang="en-US" sz="1200" dirty="0">
                <a:solidFill>
                  <a:srgbClr val="000000"/>
                </a:solidFill>
                <a:latin typeface="Times New Roman"/>
                <a:ea typeface="Times New Roman"/>
                <a:cs typeface="Times New Roman"/>
                <a:sym typeface="Times New Roman"/>
              </a:rPr>
              <a:t>Creation Application for Intrusion Detection System[J].International Journal of Computer </a:t>
            </a:r>
          </a:p>
          <a:p>
            <a:pPr algn="just">
              <a:lnSpc>
                <a:spcPct val="150000"/>
              </a:lnSpc>
            </a:pPr>
            <a:r>
              <a:rPr lang="en-US" sz="1200" dirty="0">
                <a:solidFill>
                  <a:srgbClr val="000000"/>
                </a:solidFill>
                <a:latin typeface="Times New Roman"/>
                <a:ea typeface="Times New Roman"/>
                <a:cs typeface="Times New Roman"/>
                <a:sym typeface="Times New Roman"/>
              </a:rPr>
              <a:t>Science and Information Security, 2020, 18(5):111-115. </a:t>
            </a:r>
          </a:p>
          <a:p>
            <a:pPr algn="just">
              <a:lnSpc>
                <a:spcPct val="150000"/>
              </a:lnSpc>
            </a:pPr>
            <a:r>
              <a:rPr lang="en-US" sz="1200" spc="4" dirty="0">
                <a:solidFill>
                  <a:srgbClr val="000000"/>
                </a:solidFill>
                <a:latin typeface="Times New Roman"/>
                <a:ea typeface="Times New Roman"/>
                <a:cs typeface="Times New Roman"/>
                <a:sym typeface="Times New Roman"/>
              </a:rPr>
              <a:t>[9] </a:t>
            </a:r>
            <a:r>
              <a:rPr lang="en-US" sz="1200" spc="4" dirty="0" err="1">
                <a:solidFill>
                  <a:srgbClr val="000000"/>
                </a:solidFill>
                <a:latin typeface="Times New Roman"/>
                <a:ea typeface="Times New Roman"/>
                <a:cs typeface="Times New Roman"/>
                <a:sym typeface="Times New Roman"/>
              </a:rPr>
              <a:t>Olasehinde</a:t>
            </a:r>
            <a:r>
              <a:rPr lang="en-US" sz="1200" spc="4" dirty="0">
                <a:solidFill>
                  <a:srgbClr val="000000"/>
                </a:solidFill>
                <a:latin typeface="Times New Roman"/>
                <a:ea typeface="Times New Roman"/>
                <a:cs typeface="Times New Roman"/>
                <a:sym typeface="Times New Roman"/>
              </a:rPr>
              <a:t> O </a:t>
            </a:r>
            <a:r>
              <a:rPr lang="en-US" sz="1200" spc="4" dirty="0" err="1">
                <a:solidFill>
                  <a:srgbClr val="000000"/>
                </a:solidFill>
                <a:latin typeface="Times New Roman"/>
                <a:ea typeface="Times New Roman"/>
                <a:cs typeface="Times New Roman"/>
                <a:sym typeface="Times New Roman"/>
              </a:rPr>
              <a:t>O</a:t>
            </a:r>
            <a:r>
              <a:rPr lang="en-US" sz="1200" spc="4" dirty="0">
                <a:solidFill>
                  <a:srgbClr val="000000"/>
                </a:solidFill>
                <a:latin typeface="Times New Roman"/>
                <a:ea typeface="Times New Roman"/>
                <a:cs typeface="Times New Roman"/>
                <a:sym typeface="Times New Roman"/>
              </a:rPr>
              <a:t> .A Stacked Ensemble Intrusion Detection Approach for the Protection of </a:t>
            </a:r>
          </a:p>
          <a:p>
            <a:pPr algn="just">
              <a:lnSpc>
                <a:spcPct val="150000"/>
              </a:lnSpc>
            </a:pPr>
            <a:r>
              <a:rPr lang="en-US" sz="1200" dirty="0">
                <a:solidFill>
                  <a:srgbClr val="000000"/>
                </a:solidFill>
                <a:latin typeface="Times New Roman"/>
                <a:ea typeface="Times New Roman"/>
                <a:cs typeface="Times New Roman"/>
                <a:sym typeface="Times New Roman"/>
              </a:rPr>
              <a:t>Information System[J].Information &amp; Security An International Journal, 2020, 10(1):910-923. </a:t>
            </a:r>
          </a:p>
          <a:p>
            <a:pPr algn="just">
              <a:lnSpc>
                <a:spcPct val="150000"/>
              </a:lnSpc>
            </a:pPr>
            <a:r>
              <a:rPr lang="en-US" sz="1200" dirty="0">
                <a:solidFill>
                  <a:srgbClr val="000000"/>
                </a:solidFill>
                <a:latin typeface="Times New Roman"/>
                <a:ea typeface="Times New Roman"/>
                <a:cs typeface="Times New Roman"/>
                <a:sym typeface="Times New Roman"/>
              </a:rPr>
              <a:t>[10] </a:t>
            </a:r>
            <a:r>
              <a:rPr lang="en-US" sz="1200" dirty="0" err="1">
                <a:solidFill>
                  <a:srgbClr val="000000"/>
                </a:solidFill>
                <a:latin typeface="Times New Roman"/>
                <a:ea typeface="Times New Roman"/>
                <a:cs typeface="Times New Roman"/>
                <a:sym typeface="Times New Roman"/>
              </a:rPr>
              <a:t>Lakhno</a:t>
            </a:r>
            <a:r>
              <a:rPr lang="en-US" sz="1200" dirty="0">
                <a:solidFill>
                  <a:srgbClr val="000000"/>
                </a:solidFill>
                <a:latin typeface="Times New Roman"/>
                <a:ea typeface="Times New Roman"/>
                <a:cs typeface="Times New Roman"/>
                <a:sym typeface="Times New Roman"/>
              </a:rPr>
              <a:t> V , </a:t>
            </a:r>
            <a:r>
              <a:rPr lang="en-US" sz="1200" dirty="0" err="1">
                <a:solidFill>
                  <a:srgbClr val="000000"/>
                </a:solidFill>
                <a:latin typeface="Times New Roman"/>
                <a:ea typeface="Times New Roman"/>
                <a:cs typeface="Times New Roman"/>
                <a:sym typeface="Times New Roman"/>
              </a:rPr>
              <a:t>Husiev</a:t>
            </a:r>
            <a:r>
              <a:rPr lang="en-US" sz="1200" dirty="0">
                <a:solidFill>
                  <a:srgbClr val="000000"/>
                </a:solidFill>
                <a:latin typeface="Times New Roman"/>
                <a:ea typeface="Times New Roman"/>
                <a:cs typeface="Times New Roman"/>
                <a:sym typeface="Times New Roman"/>
              </a:rPr>
              <a:t> B , </a:t>
            </a:r>
            <a:r>
              <a:rPr lang="en-US" sz="1200" dirty="0" err="1">
                <a:solidFill>
                  <a:srgbClr val="000000"/>
                </a:solidFill>
                <a:latin typeface="Times New Roman"/>
                <a:ea typeface="Times New Roman"/>
                <a:cs typeface="Times New Roman"/>
                <a:sym typeface="Times New Roman"/>
              </a:rPr>
              <a:t>Blozva</a:t>
            </a:r>
            <a:r>
              <a:rPr lang="en-US" sz="1200" dirty="0">
                <a:solidFill>
                  <a:srgbClr val="000000"/>
                </a:solidFill>
                <a:latin typeface="Times New Roman"/>
                <a:ea typeface="Times New Roman"/>
                <a:cs typeface="Times New Roman"/>
                <a:sym typeface="Times New Roman"/>
              </a:rPr>
              <a:t> A ,et </a:t>
            </a:r>
            <a:r>
              <a:rPr lang="en-US" sz="1200" dirty="0" err="1">
                <a:solidFill>
                  <a:srgbClr val="000000"/>
                </a:solidFill>
                <a:latin typeface="Times New Roman"/>
                <a:ea typeface="Times New Roman"/>
                <a:cs typeface="Times New Roman"/>
                <a:sym typeface="Times New Roman"/>
              </a:rPr>
              <a:t>al.CLUSTERING</a:t>
            </a:r>
            <a:r>
              <a:rPr lang="en-US" sz="1200" dirty="0">
                <a:solidFill>
                  <a:srgbClr val="000000"/>
                </a:solidFill>
                <a:latin typeface="Times New Roman"/>
                <a:ea typeface="Times New Roman"/>
                <a:cs typeface="Times New Roman"/>
                <a:sym typeface="Times New Roman"/>
              </a:rPr>
              <a:t> NETWORK ATTACK </a:t>
            </a:r>
          </a:p>
          <a:p>
            <a:pPr algn="just">
              <a:lnSpc>
                <a:spcPct val="150000"/>
              </a:lnSpc>
            </a:pPr>
            <a:r>
              <a:rPr lang="en-US" sz="1200" dirty="0">
                <a:solidFill>
                  <a:srgbClr val="000000"/>
                </a:solidFill>
                <a:latin typeface="Times New Roman"/>
                <a:ea typeface="Times New Roman"/>
                <a:cs typeface="Times New Roman"/>
                <a:sym typeface="Times New Roman"/>
              </a:rPr>
              <a:t>FEATURES IN INFORMATION SECURITY ANALYSIS TASKS[J].Cybersecurity </a:t>
            </a:r>
          </a:p>
          <a:p>
            <a:pPr algn="just">
              <a:lnSpc>
                <a:spcPct val="150000"/>
              </a:lnSpc>
            </a:pPr>
            <a:r>
              <a:rPr lang="en-US" sz="1200" dirty="0">
                <a:solidFill>
                  <a:srgbClr val="000000"/>
                </a:solidFill>
                <a:latin typeface="Times New Roman"/>
                <a:ea typeface="Times New Roman"/>
                <a:cs typeface="Times New Roman"/>
                <a:sym typeface="Times New Roman"/>
              </a:rPr>
              <a:t>Education Science Technique, 2020, 1(9):45 58. </a:t>
            </a:r>
          </a:p>
        </p:txBody>
      </p:sp>
      <p:sp>
        <p:nvSpPr>
          <p:cNvPr id="15" name="TextBox 15"/>
          <p:cNvSpPr txBox="1"/>
          <p:nvPr/>
        </p:nvSpPr>
        <p:spPr>
          <a:xfrm>
            <a:off x="914705" y="9879559"/>
            <a:ext cx="1527000"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Dept. of ISE, GNDEC, Bidar</a:t>
            </a:r>
          </a:p>
        </p:txBody>
      </p:sp>
      <p:sp>
        <p:nvSpPr>
          <p:cNvPr id="16" name="TextBox 16"/>
          <p:cNvSpPr txBox="1"/>
          <p:nvPr/>
        </p:nvSpPr>
        <p:spPr>
          <a:xfrm>
            <a:off x="6572755" y="9879559"/>
            <a:ext cx="103823" cy="208864"/>
          </a:xfrm>
          <a:prstGeom prst="rect">
            <a:avLst/>
          </a:prstGeom>
        </p:spPr>
        <p:txBody>
          <a:bodyPr lIns="0" tIns="0" rIns="0" bIns="0" rtlCol="0" anchor="t">
            <a:spAutoFit/>
          </a:bodyPr>
          <a:lstStyle/>
          <a:p>
            <a:pPr algn="l">
              <a:lnSpc>
                <a:spcPts val="1545"/>
              </a:lnSpc>
            </a:pPr>
            <a:r>
              <a:rPr lang="en-US" sz="1103">
                <a:solidFill>
                  <a:srgbClr val="000000"/>
                </a:solidFill>
                <a:latin typeface="Calibri (MS)"/>
                <a:ea typeface="Calibri (MS)"/>
                <a:cs typeface="Calibri (MS)"/>
                <a:sym typeface="Calibri (MS)"/>
              </a:rPr>
              <a:t>6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2134</Words>
  <Application>Microsoft Office PowerPoint</Application>
  <PresentationFormat>Custom</PresentationFormat>
  <Paragraphs>203</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Aptos</vt:lpstr>
      <vt:lpstr>Times New Roman Bold Italics</vt:lpstr>
      <vt:lpstr>Times New Roman</vt:lpstr>
      <vt:lpstr>Calibri</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synopsis.NDD (1).pdf</dc:title>
  <cp:lastModifiedBy>sushmita sen</cp:lastModifiedBy>
  <cp:revision>1</cp:revision>
  <dcterms:created xsi:type="dcterms:W3CDTF">2006-08-16T00:00:00Z</dcterms:created>
  <dcterms:modified xsi:type="dcterms:W3CDTF">2026-04-11T16:23:07Z</dcterms:modified>
  <dc:identifier>DAHGh9Afy2I</dc:identifier>
</cp:coreProperties>
</file>